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08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39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65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684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110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912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55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746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26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683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57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53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871AA-9F8D-4152-9C8A-463EDC9C3C7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FAF5A-821E-476B-BEC4-344FF4538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27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GB" dirty="0"/>
          </a:p>
        </p:txBody>
      </p:sp>
      <p:sp>
        <p:nvSpPr>
          <p:cNvPr id="5" name="Oval 4"/>
          <p:cNvSpPr/>
          <p:nvPr/>
        </p:nvSpPr>
        <p:spPr>
          <a:xfrm>
            <a:off x="4719686" y="3061943"/>
            <a:ext cx="2743201" cy="848413"/>
          </a:xfrm>
          <a:prstGeom prst="ellipse">
            <a:avLst/>
          </a:prstGeom>
          <a:noFill/>
          <a:ln>
            <a:solidFill>
              <a:schemeClr val="bg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4044099" y="2780907"/>
            <a:ext cx="4147793" cy="1410486"/>
          </a:xfrm>
          <a:prstGeom prst="ellipse">
            <a:avLst/>
          </a:prstGeom>
          <a:noFill/>
          <a:ln>
            <a:solidFill>
              <a:schemeClr val="bg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3520912" y="2592372"/>
            <a:ext cx="5231876" cy="1800519"/>
          </a:xfrm>
          <a:prstGeom prst="ellipse">
            <a:avLst/>
          </a:prstGeom>
          <a:noFill/>
          <a:ln>
            <a:solidFill>
              <a:schemeClr val="bg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2818614" y="2300140"/>
            <a:ext cx="6664751" cy="2526384"/>
          </a:xfrm>
          <a:prstGeom prst="ellipse">
            <a:avLst/>
          </a:prstGeom>
          <a:noFill/>
          <a:ln>
            <a:solidFill>
              <a:schemeClr val="bg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2111605" y="1885361"/>
            <a:ext cx="8050490" cy="3252247"/>
          </a:xfrm>
          <a:prstGeom prst="ellipse">
            <a:avLst/>
          </a:prstGeom>
          <a:noFill/>
          <a:ln>
            <a:solidFill>
              <a:schemeClr val="bg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1451728" y="1489435"/>
            <a:ext cx="9379670" cy="4015819"/>
          </a:xfrm>
          <a:prstGeom prst="ellipse">
            <a:avLst/>
          </a:prstGeom>
          <a:noFill/>
          <a:ln>
            <a:solidFill>
              <a:schemeClr val="bg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791852" y="838986"/>
            <a:ext cx="10652288" cy="5175316"/>
          </a:xfrm>
          <a:prstGeom prst="ellipse">
            <a:avLst/>
          </a:prstGeom>
          <a:noFill/>
          <a:ln>
            <a:solidFill>
              <a:schemeClr val="bg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293802" y="296945"/>
            <a:ext cx="11604396" cy="6183984"/>
          </a:xfrm>
          <a:prstGeom prst="ellipse">
            <a:avLst/>
          </a:prstGeom>
          <a:noFill/>
          <a:ln>
            <a:solidFill>
              <a:schemeClr val="bg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835" y="3290701"/>
            <a:ext cx="766761" cy="4065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14" y="3182750"/>
            <a:ext cx="497756" cy="53013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340" y="3725719"/>
            <a:ext cx="595118" cy="60949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888" y="2644644"/>
            <a:ext cx="2774902" cy="148858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271" y="2532548"/>
            <a:ext cx="819543" cy="78576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997" y="1501976"/>
            <a:ext cx="946288" cy="105277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85" y="4734772"/>
            <a:ext cx="2054404" cy="153405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612" y="765731"/>
            <a:ext cx="589176" cy="68599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331" y="5014946"/>
            <a:ext cx="791876" cy="4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2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88 0.04167 L 0.03503 0.04815 L 0.05222 0.05278 C 0.05456 0.05301 0.05729 0.05301 0.05964 0.05417 C 0.06055 0.05463 0.06133 0.05509 0.06211 0.05556 C 0.06263 0.05602 0.06302 0.05648 0.06341 0.05648 L 0.06888 0.05648 L 0.06888 0.05648 L 0.09388 0.05949 L 0.11966 0.05787 L 0.1388 0.05556 L 0.16341 0.05278 C 0.16446 0.05139 0.16537 0.05 0.16628 0.04907 C 0.16667 0.04861 0.16719 0.04884 0.16758 0.04815 C 0.16901 0.0463 0.16758 0.0456 0.16966 0.04537 C 0.17253 0.04491 0.17552 0.04468 0.17839 0.04445 C 0.18151 0.04259 0.17774 0.04514 0.18086 0.04236 C 0.18125 0.0419 0.18177 0.0419 0.18216 0.04167 C 0.18412 0.03982 0.18268 0.04005 0.18425 0.04005 L 0.18425 0.04005 L 0.203 0.02593 L 0.21589 0.00532 L 0.21641 -0.0125 L 0.21003 -0.02361 L 0.2017 -0.03403 L 0.1888 -0.04375 L 0.17383 -0.05116 L 0.1543 -0.05856 L 0.13503 -0.06435 L 0.11263 -0.06805 L 0.09388 -0.06667 L 0.07422 -0.06366 L 0.0517 -0.05787 L 0.03711 -0.05116 L 0.02005 -0.04305 L 0.00547 -0.03333 L -0.00364 -0.01852 L -0.0082 -0.0037 L -0.00534 0.01042 L -0.00156 0.02014 L 0.00261 0.02523 L 0.00755 0.03056 L 0.01302 0.03333 L 0.01888 0.04167 Z " pathEditMode="relative" ptsTypes="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76 -0.04954 L -0.03542 -0.06597 L -0.05912 -0.07847 L -0.08295 -0.0882 L -0.10664 -0.09398 L -0.13334 -0.09491 C -0.13373 -0.09491 -0.13347 -0.0963 -0.13373 -0.09699 C -0.13386 -0.09722 -0.13399 -0.09699 -0.13412 -0.09699 L -0.13412 -0.09699 L -0.16211 -0.09699 C -0.16433 -0.09676 -0.16654 -0.0963 -0.16875 -0.0963 C -0.17631 -0.0963 -0.18399 -0.09699 -0.19167 -0.09699 L -0.19167 -0.09699 L -0.22618 -0.08959 C -0.22826 -0.08935 -0.23034 -0.08912 -0.23243 -0.08889 C -0.23334 -0.08866 -0.23412 -0.08843 -0.23503 -0.0882 C -0.23594 -0.08797 -0.23698 -0.08773 -0.23789 -0.08727 C -0.23855 -0.08681 -0.23933 -0.08634 -0.23998 -0.08588 C -0.2405 -0.08565 -0.24115 -0.08565 -0.24167 -0.08519 C -0.24232 -0.08449 -0.24258 -0.0831 -0.24336 -0.08287 C -0.24558 -0.08241 -0.24779 -0.08287 -0.25 -0.08287 L -0.25 -0.08287 L -0.25417 -0.08079 C -0.25456 -0.08056 -0.25495 -0.08033 -0.25534 -0.07986 C -0.25625 -0.0794 -0.25703 -0.07847 -0.25795 -0.07778 C -0.25886 -0.07685 -0.25977 -0.07547 -0.26081 -0.07477 C -0.26159 -0.07431 -0.2625 -0.07431 -0.26328 -0.07408 C -0.26407 -0.07384 -0.26472 -0.07361 -0.26537 -0.07338 C -0.26602 -0.07315 -0.26654 -0.07269 -0.26706 -0.07246 C -0.26823 -0.07222 -0.26927 -0.07199 -0.27045 -0.07176 C -0.27188 -0.07176 -0.27344 -0.07176 -0.275 -0.07176 L -0.275 -0.07176 C -0.275 -0.07176 -0.27904 -0.06806 -0.27995 -0.06667 C -0.28047 -0.06597 -0.28073 -0.06482 -0.28125 -0.06435 C -0.2819 -0.06389 -0.28269 -0.06389 -0.28334 -0.06366 C -0.28581 -0.06088 -0.28412 -0.06227 -0.28868 -0.06065 L -0.29076 -0.05996 C -0.29532 -0.05463 -0.28841 -0.0625 -0.29375 -0.05764 C -0.29493 -0.05672 -0.29597 -0.05533 -0.29701 -0.05394 C -0.29844 -0.05232 -0.29779 -0.05255 -0.2987 -0.05255 L -0.2987 -0.05255 C -0.3 -0.05185 -0.30118 -0.05093 -0.30248 -0.05023 C -0.30313 -0.05 -0.30391 -0.04977 -0.30456 -0.04954 C -0.30612 -0.04908 -0.30612 -0.04884 -0.30743 -0.04815 C -0.30769 -0.04746 -0.30756 -0.0463 -0.30795 -0.04584 C -0.30834 -0.04514 -0.30912 -0.0456 -0.30951 -0.04514 C -0.31042 -0.04445 -0.31146 -0.04352 -0.31211 -0.04213 C -0.31289 -0.04028 -0.31485 -0.03542 -0.31576 -0.03472 C -0.31732 -0.0338 -0.31693 -0.03472 -0.31745 -0.03264 L -0.31745 -0.03264 C -0.31849 -0.03125 -0.31953 -0.03033 -0.32045 -0.02894 C -0.32097 -0.02801 -0.3211 -0.02685 -0.32162 -0.02593 C -0.32201 -0.02523 -0.32253 -0.025 -0.32292 -0.02431 C -0.32435 -0.02246 -0.32552 -0.0213 -0.32618 -0.01783 C -0.32644 -0.0169 -0.32657 -0.01621 -0.3267 -0.01551 C -0.32683 -0.01412 -0.3267 -0.01227 -0.32709 -0.01111 C -0.32839 -0.00672 -0.32826 -0.01227 -0.32826 -0.00949 L -0.32826 -0.00949 L -0.3267 0.02083 L -0.3237 0.02893 C -0.32344 0.02963 -0.32318 0.03055 -0.32292 0.03125 L -0.32162 0.03426 C -0.32123 0.0368 -0.32149 0.03588 -0.32084 0.03703 L -0.32084 0.03703 C -0.3198 0.03866 -0.31875 0.04004 -0.31784 0.04166 C -0.31641 0.04421 -0.31771 0.04537 -0.31459 0.04676 C -0.31263 0.04768 -0.31289 0.04653 -0.31289 0.04907 L -0.31289 0.04907 C -0.30834 0.05463 -0.31016 0.05254 -0.30743 0.05555 C -0.30703 0.05625 -0.30677 0.05694 -0.30625 0.05717 C -0.30586 0.05741 -0.30534 0.05741 -0.30495 0.05787 C -0.30456 0.05833 -0.30417 0.05903 -0.30378 0.05926 C -0.30274 0.05995 -0.29792 0.06065 -0.29792 0.06227 L -0.29792 0.06389 L -0.29792 0.06389 C -0.29662 0.06481 -0.29545 0.06574 -0.29414 0.06666 C -0.2918 0.06852 -0.29388 0.0662 -0.29167 0.06898 C -0.29141 0.06967 -0.29115 0.0706 -0.29076 0.07129 C -0.2905 0.07176 -0.28998 0.07153 -0.28959 0.07199 C -0.28633 0.07477 -0.29128 0.07291 -0.28451 0.07407 C -0.28412 0.07453 -0.28373 0.07477 -0.28334 0.075 C -0.28243 0.07523 -0.28099 0.07546 -0.27995 0.07639 C -0.27904 0.07731 -0.27891 0.07754 -0.27826 0.0787 L -0.27826 0.0787 C -0.27006 0.08773 -0.27865 0.07916 -0.27292 0.0831 C -0.2724 0.08333 -0.27214 0.08426 -0.27162 0.08449 C -0.27097 0.08518 -0.27032 0.08565 -0.26953 0.08611 C -0.26875 0.08657 -0.26745 0.08727 -0.26667 0.0875 C -0.26537 0.08796 -0.2642 0.08796 -0.26289 0.08819 C -0.2625 0.08842 -0.26211 0.08889 -0.26159 0.08889 C -0.25834 0.08889 -0.2573 0.08842 -0.25456 0.0875 C -0.25508 0.09028 -0.25482 0.08912 -0.25534 0.0912 L -0.25534 0.0912 C -0.25521 0.0912 -0.25105 0.09282 -0.25 0.09352 C -0.24909 0.09398 -0.24831 0.09491 -0.24753 0.09491 L -0.23868 0.09491 L -0.23868 0.09491 L -0.21953 0.1 C -0.21836 0.10069 -0.21706 0.10139 -0.21576 0.10162 C -0.21081 0.10254 -0.20573 0.10231 -0.20078 0.10231 L -0.20078 0.10231 C -0.19336 0.1081 -0.19844 0.10532 -0.18503 0.10532 L -0.18503 0.10532 L -0.16328 0.10764 C -0.16133 0.10671 -0.15938 0.10625 -0.15743 0.10532 C -0.15352 0.10347 -0.15521 0.10416 -0.15209 0.10301 C -0.14961 0.10324 -0.14701 0.10324 -0.14453 0.1037 C -0.14401 0.10393 -0.14375 0.10486 -0.14336 0.10532 C -0.13646 0.11065 -0.1448 0.10324 -0.14076 0.10671 L -0.14076 0.10671 C -0.12956 0.10347 -0.14063 0.10625 -0.11993 0.10463 C -0.10977 0.1037 -0.12292 0.1037 -0.11745 0.1037 L -0.11745 0.1037 L -0.09831 0.0993 L -0.07917 0.09629 L -0.05703 0.0868 L -0.0392 0.07778 L -0.02461 0.06666 L -0.00534 0.04907 L 0.00625 0.03333 L 0.01093 0.00671 L 0.01002 -0.0132 L 0.00625 -0.02431 L 0.0013 -0.03704 L -0.00795 -0.04514 L -0.01576 -0.04954 Z " pathEditMode="relative" ptsTypes="AAAAAAAAAAAAAAAAAAAAAAAAAAAAAAAAAAAAAAAAAAAAAAAAAAAAAAAAAAAAAAAAAAAAAAAAAAAAAAAAAAAAAAAAAAAAAAAAAAAAAAAAAAAAAAAAAAAAAAAAAAAAAA">
                                      <p:cBhvr>
                                        <p:cTn id="8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675 0.03218 L 0.07539 0.04121 L 0.10677 0.04491 L 0.13008 0.04931 L 0.153 0.05162 L 0.1763 0.05162 L 0.19792 0.05 L 0.22461 0.04861 C 0.22578 0.04746 0.22683 0.0463 0.228 0.0456 C 0.22878 0.04514 0.22969 0.04514 0.23047 0.04491 C 0.23112 0.04468 0.2319 0.04445 0.23255 0.04398 C 0.23386 0.04352 0.23503 0.04283 0.23633 0.04259 C 0.23854 0.04236 0.24076 0.04259 0.24297 0.04259 L 0.24297 0.04259 L 0.26511 0.03588 L 0.28594 0.02847 L 0.28972 0.02708 C 0.29024 0.02685 0.29076 0.02639 0.29128 0.02639 C 0.29245 0.02593 0.29349 0.02593 0.29466 0.02546 C 0.29896 0.02292 0.29414 0.0257 0.30508 0.02408 C 0.30547 0.02408 0.30586 0.02361 0.30638 0.02338 C 0.30716 0.01875 0.30716 0.02037 0.30716 0.01806 L 0.30716 0.01806 C 0.30925 0.01783 0.31133 0.01783 0.31341 0.01736 C 0.31433 0.01736 0.31589 0.01667 0.3168 0.01597 C 0.31732 0.01551 0.31784 0.01482 0.31836 0.01435 C 0.31966 0.01343 0.32201 0.01273 0.32305 0.01227 L 0.32422 0.01158 C 0.32474 0.01065 0.32539 0.01019 0.32591 0.00926 C 0.3263 0.00857 0.32643 0.00764 0.3267 0.00695 C 0.32722 0.00625 0.32787 0.00556 0.32839 0.00486 C 0.33008 0.00278 0.33047 0.00185 0.33216 0.00116 C 0.33229 0.00116 0.33242 0.00116 0.33255 0.00116 L 0.33255 0.00116 C 0.33386 0.00046 0.33516 -1.48148E-6 0.33633 -0.00116 C 0.33737 -0.00208 0.33789 -0.0044 0.3388 -0.00555 C 0.34193 -0.00926 0.34037 -0.00787 0.34336 -0.00995 C 0.34388 -0.01088 0.34414 -0.01204 0.34466 -0.01296 C 0.34584 -0.01504 0.34935 -0.01667 0.35013 -0.01736 C 0.35078 -0.01805 0.35143 -0.01921 0.35222 -0.01967 C 0.35326 -0.02014 0.35443 -0.01967 0.35547 -0.01967 L 0.35547 -0.01967 C 0.35612 -0.0206 0.36003 -0.02847 0.36172 -0.02917 L 0.36341 -0.03009 C 0.3638 -0.03102 0.3642 -0.03217 0.36472 -0.03287 C 0.36511 -0.03379 0.36576 -0.03379 0.36628 -0.03449 C 0.3668 -0.03495 0.36719 -0.03565 0.36758 -0.03588 C 0.36836 -0.03657 0.37005 -0.0375 0.37005 -0.0375 L 0.37005 -0.0375 C 0.37084 -0.03912 0.37162 -0.04074 0.37214 -0.04259 C 0.3724 -0.04329 0.37227 -0.04421 0.37253 -0.04491 C 0.37292 -0.04537 0.37344 -0.04537 0.37383 -0.0456 C 0.37435 -0.04699 0.37513 -0.04838 0.37552 -0.05 L 0.3763 -0.0544 C 0.37722 -0.06504 0.37722 -0.06134 0.37722 -0.06551 L 0.37722 -0.06551 C 0.37748 -0.06782 0.37774 -0.07014 0.378 -0.07222 C 0.37813 -0.07315 0.37826 -0.0743 0.37839 -0.07523 C 0.37865 -0.07685 0.37891 -0.07824 0.37969 -0.07963 C 0.38008 -0.08032 0.38047 -0.08055 0.38099 -0.08125 C 0.38047 -0.08449 0.38112 -0.08403 0.37969 -0.08403 L 0.37969 -0.08403 C 0.37969 -0.08449 0.37956 -0.09537 0.37839 -0.09745 L 0.378 -0.09815 L 0.378 -0.09815 C 0.37761 -0.10023 0.37722 -0.10208 0.3767 -0.10417 C 0.37657 -0.10486 0.37657 -0.10579 0.3763 -0.10625 C 0.37617 -0.10671 0.37578 -0.10671 0.37552 -0.10717 L 0.37552 -0.10717 C 0.37461 -0.10879 0.3737 -0.11042 0.37305 -0.11227 C 0.37266 -0.11319 0.37279 -0.11435 0.37253 -0.11528 C 0.3724 -0.11597 0.37201 -0.11667 0.37175 -0.11736 C 0.37162 -0.11805 0.37162 -0.11921 0.37136 -0.11967 C 0.3711 -0.12014 0.37045 -0.12014 0.37005 -0.12037 C 0.36784 -0.12245 0.36992 -0.12199 0.36719 -0.12199 L 0.36719 -0.12199 L 0.35508 -0.13819 L 0.3405 -0.1544 C 0.3392 -0.15555 0.33802 -0.15648 0.33672 -0.15741 C 0.33633 -0.15787 0.33581 -0.15833 0.33555 -0.15903 C 0.33529 -0.15949 0.33542 -0.16065 0.33503 -0.16111 C 0.33347 -0.16319 0.32878 -0.16319 0.32761 -0.16342 C 0.32591 -0.16435 0.3267 -0.16366 0.32552 -0.16551 L 0.32552 -0.16551 L 0.31003 -0.17523 L 0.28972 -0.18634 L 0.26927 -0.19305 L 0.25378 -0.19884 L 0.23542 -0.20417 C 0.23386 -0.20393 0.23216 -0.2037 0.23047 -0.20347 C 0.22995 -0.20324 0.22943 -0.20278 0.22878 -0.20254 C 0.22409 -0.20069 0.22917 -0.20301 0.225 -0.20116 C 0.2224 -0.20139 0.21979 -0.20092 0.21719 -0.20185 C 0.21667 -0.20208 0.21667 -0.20347 0.21628 -0.20417 C 0.21602 -0.20486 0.2155 -0.20509 0.21511 -0.20555 C 0.21485 -0.20625 0.21446 -0.20694 0.2142 -0.20787 C 0.21407 -0.20856 0.2138 -0.20995 0.2138 -0.20995 L 0.2138 -0.20995 L 0.19011 -0.20995 L 0.15964 -0.20995 L 0.13125 -0.20926 C 0.12943 -0.20926 0.12956 -0.20926 0.12878 -0.20787 L 0.12878 -0.20787 L 0.125 -0.20717 C 0.12396 -0.20694 0.12279 -0.20648 0.12175 -0.20625 C 0.11875 -0.20602 0.11589 -0.20602 0.11302 -0.20555 C 0.11094 -0.20532 0.10886 -0.20509 0.10677 -0.20486 C 0.10625 -0.20463 0.10586 -0.2044 0.10547 -0.20417 C 0.10404 -0.20301 0.10378 -0.20278 0.10261 -0.20116 C 0.0987 -0.20139 0.09466 -0.20092 0.09089 -0.20185 C 0.0905 -0.20208 0.09024 -0.20486 0.0905 -0.20417 C 0.09076 -0.20301 0.0905 -0.20046 0.09128 -0.20046 C 0.09193 -0.20046 0.09128 -0.20301 0.09128 -0.20417 L 0.09128 -0.20417 C 0.08998 -0.2037 0.0888 -0.20301 0.0875 -0.20254 C 0.08594 -0.20208 0.08425 -0.20185 0.08255 -0.20116 C 0.0819 -0.20092 0.08112 -0.20069 0.08047 -0.20046 C 0.07943 -0.20023 0.07852 -0.2 0.07748 -0.19977 C 0.07643 -0.1993 0.07526 -0.19861 0.07422 -0.19815 C 0.07357 -0.19792 0.07279 -0.19768 0.07214 -0.19745 C 0.06979 -0.19653 0.07123 -0.19676 0.06914 -0.19676 L 0.06914 -0.19676 C 0.06797 -0.19629 0.06667 -0.1956 0.0655 -0.19514 C 0.05938 -0.19329 0.06459 -0.1956 0.06003 -0.19375 C 0.05951 -0.19352 0.05886 -0.19329 0.05834 -0.19305 C 0.05755 -0.19259 0.05677 -0.19143 0.05586 -0.19143 L 0.05209 -0.19143 L 0.05209 -0.19143 L 0.04714 -0.18866 C 0.04675 -0.18842 0.04623 -0.18796 0.04584 -0.18773 C 0.04532 -0.1875 0.04479 -0.18727 0.04414 -0.18704 C 0.03998 -0.18495 0.04649 -0.18796 0.04128 -0.18565 C 0.04089 -0.18518 0.0405 -0.18426 0.03998 -0.18403 C 0.0375 -0.18333 0.03503 -0.18333 0.03255 -0.18333 L 0.03255 -0.18333 C 0.03086 -0.18194 0.02891 -0.18125 0.02748 -0.17893 C 0.02709 -0.17824 0.02683 -0.17731 0.0263 -0.17662 C 0.02578 -0.17616 0.02513 -0.17616 0.02461 -0.17592 C 0.02422 -0.17569 0.0237 -0.17569 0.02331 -0.17523 C 0.02227 -0.1743 0.02214 -0.17315 0.02084 -0.17292 C 0.01849 -0.17268 0.01615 -0.17245 0.0138 -0.17222 L 0.01081 -0.17153 L 0.01081 -0.17153 C 0.00964 -0.17083 0.00834 -0.16991 0.00716 -0.16921 C 0.00417 -0.16782 0.00664 -0.16944 0.00339 -0.16782 C 0.00248 -0.16736 0.0017 -0.1669 0.00091 -0.16643 L -0.00169 -0.16481 C -0.00208 -0.16458 -0.00247 -0.16435 -0.00286 -0.16412 L -0.00495 -0.16342 C -0.00534 -0.16296 -0.00573 -0.16227 -0.00625 -0.1618 C -0.00664 -0.16157 -0.00716 -0.1618 -0.00742 -0.16111 C -0.0108 -0.15532 -0.00742 -0.15741 -0.0108 -0.15602 C -0.01172 -0.15347 -0.0112 -0.1537 -0.01211 -0.1537 L -0.01211 -0.1537 C -0.01341 -0.15231 -0.01484 -0.15069 -0.01627 -0.1493 C -0.01666 -0.14884 -0.01705 -0.14884 -0.01745 -0.14861 C -0.0181 -0.14792 -0.01849 -0.14699 -0.01914 -0.14629 C -0.01966 -0.14583 -0.02031 -0.14583 -0.02083 -0.1456 C -0.02161 -0.14514 -0.02252 -0.14467 -0.0233 -0.14421 L -0.02461 -0.14329 C -0.02474 -0.14236 -0.02461 -0.1412 -0.025 -0.14051 C -0.02539 -0.13912 -0.02682 -0.13866 -0.02747 -0.13819 C -0.02786 -0.1375 -0.02838 -0.1368 -0.02877 -0.13588 C -0.02903 -0.13518 -0.02916 -0.13426 -0.02955 -0.13379 C -0.03021 -0.1331 -0.03099 -0.13333 -0.03164 -0.1331 C -0.03203 -0.13241 -0.03255 -0.13217 -0.03294 -0.13148 C -0.0332 -0.13079 -0.03372 -0.1294 -0.03372 -0.1294 L -0.03372 -0.1294 C -0.03476 -0.12801 -0.0358 -0.12708 -0.03659 -0.12569 C -0.03893 -0.12199 -0.03593 -0.1243 -0.03867 -0.12268 C -0.03919 -0.12199 -0.03958 -0.12106 -0.03997 -0.12037 C -0.04036 -0.11991 -0.04088 -0.11944 -0.04127 -0.11898 C -0.04401 -0.11389 -0.03997 -0.11921 -0.04336 -0.11528 C -0.04362 -0.11458 -0.04375 -0.11366 -0.04414 -0.11296 C -0.04453 -0.11227 -0.04518 -0.11227 -0.04544 -0.11157 C -0.04557 -0.11088 -0.04544 -0.10995 -0.04544 -0.10926 L -0.04544 -0.10926 C -0.04609 -0.10717 -0.04687 -0.10486 -0.04752 -0.10254 C -0.04765 -0.10185 -0.04765 -0.10092 -0.04791 -0.10046 C -0.04817 -0.09977 -0.0487 -0.0993 -0.04922 -0.09884 C -0.04935 -0.09792 -0.04948 -0.09699 -0.04961 -0.09606 C -0.04974 -0.09514 -0.04987 -0.09444 -0.05 -0.09375 C -0.05 -0.09305 -0.05 -0.09236 -0.05 -0.09143 L -0.05 -0.09143 C -0.05013 -0.08935 -0.05026 -0.08704 -0.05039 -0.08495 C -0.05104 -0.07847 -0.05078 -0.0875 -0.05078 -0.07963 L -0.05078 -0.07963 C -0.05065 -0.07616 -0.05091 -0.07268 -0.05039 -0.06921 C -0.05026 -0.06829 -0.04948 -0.06782 -0.04922 -0.06713 C -0.04883 -0.06643 -0.0483 -0.06481 -0.0483 -0.06481 L -0.0483 -0.06481 C -0.04778 -0.06296 -0.04713 -0.06088 -0.04661 -0.05879 C -0.04635 -0.05741 -0.04609 -0.05602 -0.04583 -0.0544 C -0.0457 -0.0537 -0.0457 -0.05278 -0.04544 -0.05231 C -0.04453 -0.04977 -0.04453 -0.05092 -0.04453 -0.0493 L -0.04453 -0.0493 C -0.04362 -0.04815 -0.04271 -0.04676 -0.04166 -0.0456 C -0.04127 -0.04514 -0.04062 -0.04537 -0.04036 -0.04491 C -0.03984 -0.04352 -0.03984 -0.0419 -0.03958 -0.04028 L -0.03919 -0.03819 C -0.03906 -0.0375 -0.03919 -0.03634 -0.03867 -0.03588 L -0.03711 -0.03449 L -0.03711 -0.03449 C -0.03607 -0.03287 -0.03502 -0.03171 -0.03411 -0.03009 C -0.03385 -0.0294 -0.03398 -0.02824 -0.03372 -0.02778 C -0.03346 -0.02731 -0.03294 -0.02731 -0.03242 -0.02708 C -0.02955 -0.02454 -0.03307 -0.02639 -0.02955 -0.02477 C -0.02903 -0.02338 -0.02838 -0.02129 -0.02747 -0.02037 C -0.02695 -0.01991 -0.02578 -0.01967 -0.02578 -0.01967 L -0.02578 -0.01967 C -0.02435 -0.01782 -0.02226 -0.01713 -0.02122 -0.01435 C -0.02005 -0.01134 -0.02083 -0.01273 -0.01875 -0.01065 C -0.01823 -0.00926 -0.01797 -0.00694 -0.01705 -0.00625 L -0.01458 -0.00486 C -0.01315 -0.00393 -0.01367 -0.00463 -0.01289 -0.00324 L -0.01289 -0.00324 C -0.00508 0.00185 -0.01263 -0.00278 -0.00794 -0.00046 C -0.00703 -1.48148E-6 -0.00534 0.00116 -0.00534 0.00116 C -0.00286 0.00556 -0.00573 0.00116 -0.00169 0.00486 C -0.00104 0.00533 -0.00052 0.00579 -2.5E-6 0.00625 C 0.00039 0.00671 0.00078 0.00741 0.0013 0.00787 C 0.0017 0.0081 0.00209 0.00833 0.00248 0.00857 C 0.00287 0.0088 0.00313 0.00903 0.00339 0.00926 L 0.00339 0.00926 L 0.00716 0.01065 C 0.00768 0.01088 0.00821 0.01111 0.00873 0.01158 C 0.0125 0.01435 0.00677 0.01181 0.01211 0.01366 C 0.0125 0.01412 0.01289 0.01482 0.01341 0.01528 C 0.01393 0.01574 0.01446 0.01621 0.01498 0.01667 C 0.01589 0.01759 0.01758 0.01968 0.01758 0.01968 L 0.01758 0.01968 C 0.01927 0.01991 0.02188 0.02037 0.02383 0.02107 C 0.02565 0.02176 0.02448 0.02176 0.0263 0.02338 C 0.0267 0.02361 0.02709 0.02384 0.02748 0.02408 C 0.02982 0.02523 0.02956 0.02477 0.03216 0.02477 L 0.03216 0.02477 C 0.03373 0.02546 0.03542 0.02616 0.03711 0.02708 C 0.0392 0.02824 0.0375 0.02917 0.03998 0.03009 C 0.04102 0.03033 0.04193 0.03009 0.04675 0.03218 Z " pathEditMode="relative" ptsTypes="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0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997 -0.03634 L -0.08659 -0.06435 L -0.15768 -0.08264 L -0.23581 -0.09236 L -0.31328 -0.08403 C -0.33789 -0.06852 -0.31706 -0.08102 -0.32747 -0.0757 C -0.32825 -0.07523 -0.32904 -0.07454 -0.32982 -0.07431 C -0.33503 -0.07292 -0.34036 -0.07245 -0.34557 -0.07153 C -0.34987 -0.0706 -0.35156 -0.06945 -0.35586 -0.06713 C -0.35664 -0.0669 -0.35742 -0.0662 -0.3582 -0.06574 C -0.36641 -0.06296 -0.37878 -0.06343 -0.38503 -0.06296 C -0.38555 -0.06158 -0.38581 -0.05972 -0.38659 -0.0588 C -0.38802 -0.05718 -0.38984 -0.05695 -0.39141 -0.05602 C -0.39401 -0.0544 -0.39297 -0.05463 -0.39453 -0.05463 L -0.39453 -0.05463 C -0.39687 -0.05324 -0.39922 -0.05162 -0.40169 -0.05046 C -0.40716 -0.04745 -0.40247 -0.0507 -0.40872 -0.04769 C -0.41458 -0.04468 -0.41276 -0.04445 -0.41901 -0.0419 C -0.42083 -0.0412 -0.42266 -0.0412 -0.42461 -0.04051 C -0.42669 -0.03982 -0.43086 -0.03773 -0.43086 -0.03773 C -0.43164 -0.03681 -0.43242 -0.03588 -0.4332 -0.03495 C -0.43424 -0.0338 -0.43555 -0.03357 -0.43633 -0.03218 C -0.43711 -0.03102 -0.43711 -0.0287 -0.43802 -0.02801 C -0.43919 -0.02685 -0.44062 -0.02708 -0.44193 -0.02662 C -0.44271 -0.02616 -0.44427 -0.02523 -0.44427 -0.02523 L -0.44427 -0.02523 C -0.44609 -0.02269 -0.44779 -0.01991 -0.44987 -0.01806 C -0.45143 -0.01644 -0.4556 -0.01482 -0.45768 -0.01389 L -0.4625 -0.00833 C -0.46328 -0.00741 -0.46393 -0.00602 -0.46484 -0.00556 L -0.46719 -0.00417 C -0.46745 -0.00278 -0.46745 -0.00093 -0.46797 0.00023 C -0.46914 0.00255 -0.47109 0.00347 -0.47266 0.0044 C -0.47344 0.00532 -0.47435 0.00602 -0.47513 0.00717 C -0.47578 0.00833 -0.47591 0.01042 -0.47669 0.01134 C -0.47734 0.01227 -0.47825 0.01227 -0.47904 0.01273 C -0.48073 0.01597 -0.48151 0.01782 -0.48372 0.01967 C -0.4845 0.02037 -0.48529 0.02083 -0.48607 0.0213 L -0.48932 0.02685 L -0.48932 0.02685 C -0.49088 0.03009 -0.49245 0.03333 -0.49401 0.03657 C -0.49583 0.04051 -0.49648 0.04259 -0.49792 0.04653 C -0.49844 0.0493 -0.49857 0.05231 -0.49961 0.05486 C -0.50013 0.05625 -0.50065 0.05764 -0.50117 0.05903 C -0.50156 0.06042 -0.50143 0.06204 -0.50195 0.06319 C -0.50247 0.06458 -0.50351 0.06528 -0.5043 0.0662 C -0.50456 0.06991 -0.50482 0.07361 -0.50508 0.07731 C -0.50534 0.08194 -0.50547 0.0868 -0.50586 0.09143 C -0.50703 0.1044 -0.50664 0.08518 -0.50664 0.10116 L -0.50664 0.10116 C -0.50534 0.15023 -0.50768 0.11852 -0.50508 0.13495 C -0.50482 0.1368 -0.50482 0.13889 -0.5043 0.14051 C -0.50338 0.14329 -0.50104 0.1456 -0.49961 0.14745 C -0.49505 0.15949 -0.50104 0.14537 -0.49557 0.15301 C -0.49492 0.15417 -0.49466 0.15602 -0.49401 0.15741 C -0.49336 0.15856 -0.49245 0.15926 -0.49167 0.16018 C -0.48802 0.16967 -0.49036 0.16736 -0.48607 0.16991 C -0.48555 0.1713 -0.48503 0.17268 -0.4845 0.17407 C -0.48424 0.17546 -0.48437 0.17731 -0.48372 0.17847 C -0.4832 0.1794 -0.48216 0.17917 -0.48138 0.17986 C -0.4806 0.18055 -0.47982 0.18171 -0.47904 0.18264 C -0.47734 0.18403 -0.47721 0.18403 -0.47591 0.18403 L -0.47591 0.18403 C -0.46341 0.20301 -0.47487 0.18773 -0.46797 0.19375 C -0.46042 0.20046 -0.47279 0.1919 -0.46172 0.20092 C -0.46016 0.20208 -0.45846 0.20278 -0.4569 0.2037 L -0.45456 0.20509 C -0.45 0.21042 -0.45443 0.20579 -0.44987 0.20926 C -0.44297 0.21435 -0.44987 0.21018 -0.44427 0.21342 C -0.44349 0.21435 -0.44258 0.21505 -0.44193 0.2162 C -0.43906 0.22222 -0.43997 0.22477 -0.43633 0.22755 C -0.43542 0.22824 -0.43437 0.2287 -0.4332 0.22893 C -0.42956 0.22917 -0.42591 0.22893 -0.42213 0.22893 L -0.42213 0.22893 C -0.41901 0.22986 -0.41588 0.23079 -0.41276 0.23171 C -0.41029 0.23217 -0.40794 0.23241 -0.4056 0.2331 C -0.40247 0.2338 -0.39922 0.23403 -0.39609 0.23588 L -0.39141 0.23866 C -0.39062 0.24005 -0.38997 0.2419 -0.38906 0.24282 C -0.38802 0.24398 -0.38685 0.24375 -0.38581 0.24421 C -0.38424 0.24514 -0.38268 0.2463 -0.38112 0.24722 L -0.37643 0.25 C -0.37565 0.25046 -0.37487 0.25139 -0.37396 0.25139 L -0.36055 0.25139 L -0.36055 0.25139 C -0.3582 0.25324 -0.35586 0.25532 -0.35351 0.25694 C -0.34974 0.25972 -0.34245 0.26273 -0.33932 0.26389 C -0.33802 0.26435 -0.33672 0.26505 -0.33529 0.26528 C -0.33112 0.26597 -0.32695 0.2662 -0.32266 0.26667 C -0.32031 0.26713 -0.31797 0.26782 -0.31562 0.26829 C -0.31367 0.26921 -0.31198 0.27037 -0.31003 0.27106 C -0.30794 0.27153 -0.30586 0.27176 -0.30378 0.27245 C -0.30221 0.27268 -0.30065 0.27361 -0.29896 0.27384 C -0.29271 0.27407 -0.28633 0.27384 -0.28008 0.27384 L -0.28008 0.27384 C -0.24779 0.26852 -0.27422 0.27245 -0.20026 0.27245 L -0.20026 0.27245 L -0.19167 0.27106 C -0.18919 0.2706 -0.18685 0.26991 -0.1845 0.26967 C -0.17174 0.26782 -0.16172 0.26759 -0.14818 0.26667 C -0.14687 0.26643 -0.14141 0.26528 -0.13945 0.26389 C -0.13867 0.26319 -0.13815 0.26134 -0.13711 0.26111 C -0.13216 0.26042 -0.12708 0.26111 -0.12213 0.26111 L -0.12213 0.26111 C -0.11979 0.26065 -0.11732 0.26065 -0.11497 0.25972 C -0.11341 0.25926 -0.11185 0.25787 -0.11029 0.25694 C -0.1095 0.25648 -0.10872 0.25579 -0.10794 0.25555 C -0.10664 0.25509 -0.10534 0.25463 -0.10404 0.25417 L -0.09453 0.25139 C -0.09115 0.24745 -0.08997 0.2456 -0.08659 0.24282 C -0.08581 0.24236 -0.08503 0.2419 -0.08424 0.24143 C -0.08242 0.24097 -0.0806 0.24051 -0.07878 0.24005 C -0.07786 0.23866 -0.07721 0.23704 -0.0763 0.23588 C -0.07565 0.23518 -0.07122 0.23333 -0.07083 0.2331 C -0.06601 0.23125 -0.06471 0.23102 -0.05898 0.23032 C -0.0582 0.23009 -0.05742 0.23032 -0.05664 0.23032 L -0.05664 0.23032 C -0.05404 0.22986 -0.0513 0.2294 -0.0487 0.22893 C -0.04479 0.22801 -0.04427 0.22755 -0.04075 0.22616 C -0.03997 0.22523 -0.03932 0.22384 -0.03841 0.22338 C -0.0375 0.22245 -0.0362 0.22292 -0.03529 0.22176 C -0.02878 0.21412 -0.03958 0.22037 -0.0306 0.2162 C -0.02956 0.21528 -0.02838 0.21458 -0.02734 0.21342 C -0.02656 0.2125 -0.02591 0.21134 -0.025 0.21065 C -0.02422 0.20995 -0.02344 0.20995 -0.02266 0.20926 C -0.02096 0.20764 -0.01966 0.20463 -0.01797 0.2037 L -0.01315 0.20092 C -0.01263 0.1993 -0.01224 0.19792 -0.01159 0.19653 C -0.01094 0.19537 -0.01003 0.19491 -0.00924 0.19375 C -0.00898 0.19352 -0.00872 0.19282 -0.00846 0.19236 L -0.00846 0.19236 C -0.00638 0.19005 -0.00404 0.18819 -0.00208 0.18542 C -0.00117 0.1838 -0.00078 0.18125 0.00026 0.17986 C 0.00091 0.17893 0.00182 0.17893 0.0026 0.17847 C 0.00352 0.17755 0.0043 0.17662 0.00495 0.17546 C 0.01276 0.16412 0.00274 0.17824 0.00899 0.16713 C 0.0099 0.16551 0.01315 0.1618 0.01445 0.16018 C 0.01524 0.15579 0.0151 0.15463 0.01758 0.15162 C 0.01836 0.15092 0.01914 0.15069 0.01992 0.15023 C 0.0207 0.14884 0.02175 0.14768 0.0224 0.14606 C 0.02279 0.14491 0.02253 0.14282 0.02318 0.1419 C 0.0237 0.14074 0.02552 0.14051 0.02552 0.14051 L 0.02552 0.14051 C 0.02813 0.13819 0.03086 0.13588 0.03346 0.13356 C 0.03425 0.13264 0.03516 0.13194 0.03581 0.13055 C 0.0401 0.12106 0.03216 0.13171 0.03893 0.12361 C 0.04258 0.11389 0.0405 0.12106 0.0405 0.09977 L 0.0405 0.09977 L 0.03255 0.04792 L 0.01211 -0.00695 C 0.00977 -0.00718 0.00469 -0.00718 0.00182 -0.00972 C 0.00091 -0.01042 0.00026 -0.01181 -0.00052 -0.0125 C -0.00156 -0.0132 -0.0026 -0.01343 -0.00365 -0.01389 C -0.00937 -0.0162 -0.00573 -0.01412 -0.01003 -0.01667 C -0.0138 -0.02107 -0.01146 -0.01898 -0.01719 -0.02222 C -0.01979 -0.02384 -0.01953 -0.02222 -0.01953 -0.02523 L -0.01953 -0.02523 C -0.02187 -0.02546 -0.0306 -0.02292 -0.03372 -0.0294 C -0.03503 -0.03195 -0.03529 -0.03588 -0.03685 -0.03773 C -0.03841 -0.03958 -0.04349 -0.04375 -0.04167 -0.04329 C -0.03476 -0.04167 -0.03607 -0.04537 -0.03997 -0.03634 Z " pathEditMode="relative" ptsTypes="AAAAAAAAAAAAAAAAAAAAAAAAAAAAAAAAAAAAAAAAAAAAAAAAAAAAAAAAAAAAAAAAAAAAAAAAAAAAAAAAAAAAAAAAAAAAAAAAAAAAAAAAAAAAAAAAAAAAAAAAAAAAAAAAAAAAAAAAAAAAAAAAAAAAAAAAAAAAAAAAA">
                                      <p:cBhvr>
                                        <p:cTn id="12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38 0.02709 C -0.06823 0.03241 -0.09037 0.04306 -0.10586 0.05116 C -0.1086 0.0544 -0.11198 0.05602 -0.11381 0.06088 C -0.11433 0.06227 -0.11459 0.06412 -0.11537 0.06505 C -0.1168 0.06667 -0.12019 0.06783 -0.12019 0.06783 C -0.12696 0.07593 -0.11836 0.06621 -0.12487 0.07222 C -0.12578 0.07292 -0.12644 0.07431 -0.12722 0.075 C -0.12878 0.07616 -0.13203 0.07778 -0.13203 0.07778 C -0.13477 0.08102 -0.13334 0.08056 -0.13594 0.08056 L -0.13594 0.08056 C -0.13776 0.08287 -0.13946 0.08542 -0.14141 0.0875 C -0.14219 0.0882 -0.14323 0.08796 -0.14388 0.08889 C -0.14453 0.09005 -0.14467 0.09213 -0.14545 0.09306 C -0.14688 0.09537 -0.15013 0.09884 -0.15013 0.09884 C -0.15052 0.10023 -0.15235 0.10718 -0.15326 0.10857 C -0.15391 0.10949 -0.15482 0.10949 -0.1556 0.10996 C -0.15651 0.11088 -0.15743 0.11158 -0.15808 0.11273 C -0.16107 0.11968 -0.15599 0.11528 -0.1612 0.11852 C -0.16289 0.12153 -0.16368 0.12338 -0.16589 0.12546 C -0.16667 0.12616 -0.16745 0.12639 -0.16836 0.12685 C -0.16862 0.12824 -0.16849 0.13009 -0.16914 0.13102 C -0.17045 0.13334 -0.17383 0.13658 -0.17383 0.13658 C -0.17474 0.14283 -0.17461 0.14028 -0.17461 0.14375 L -0.17461 0.14375 C -0.17565 0.14792 -0.17657 0.15209 -0.17774 0.15625 C -0.17826 0.15787 -0.17904 0.15903 -0.1793 0.16042 C -0.17982 0.16273 -0.17956 0.16551 -0.18008 0.16759 C -0.1806 0.16921 -0.18177 0.17014 -0.18256 0.17176 C -0.18737 0.18287 -0.18334 0.17801 -0.18881 0.18287 C -0.18907 0.18542 -0.18933 0.18773 -0.18959 0.19005 C -0.18985 0.1919 -0.19024 0.19375 -0.19037 0.1956 C -0.19076 0.19977 -0.19089 0.20394 -0.19115 0.20834 C -0.19219 0.22269 -0.19193 0.21528 -0.19193 0.22639 L -0.19193 0.22639 C -0.19167 0.23727 -0.19193 0.24815 -0.19115 0.2588 C -0.19115 0.26042 -0.18998 0.26134 -0.18959 0.26296 C -0.1892 0.26482 -0.1892 0.2669 -0.18881 0.26852 C -0.18776 0.27292 -0.18698 0.27315 -0.1849 0.2757 C -0.18438 0.27709 -0.18399 0.27871 -0.18334 0.27986 C -0.18269 0.28102 -0.18151 0.28125 -0.18099 0.28264 C -0.17722 0.29074 -0.18177 0.28681 -0.17696 0.28959 C -0.17644 0.29097 -0.17605 0.29259 -0.17539 0.29375 C -0.17474 0.29514 -0.17357 0.29537 -0.17305 0.29676 C -0.16993 0.30347 -0.175 0.29931 -0.16993 0.30232 C -0.1694 0.30371 -0.16914 0.30556 -0.16836 0.30648 C -0.16693 0.3081 -0.16355 0.30926 -0.16355 0.30926 C -0.16263 0.31389 -0.16276 0.31204 -0.16276 0.31482 L -0.16276 0.31482 C -0.16016 0.31829 -0.15664 0.31991 -0.15482 0.32477 C -0.15131 0.33449 -0.15352 0.33218 -0.14935 0.33449 C -0.14597 0.34653 -0.14987 0.33496 -0.14545 0.34306 C -0.1448 0.34421 -0.14427 0.3456 -0.14388 0.34722 C -0.14349 0.34861 -0.14362 0.35023 -0.14297 0.35139 C -0.14245 0.35255 -0.14141 0.35232 -0.14063 0.35278 C -0.13907 0.36088 -0.14102 0.35347 -0.1375 0.35972 C -0.13685 0.36111 -0.13672 0.3632 -0.13594 0.36412 C -0.13386 0.36621 -0.12878 0.36783 -0.12644 0.36829 C -0.12383 0.36875 -0.11862 0.36968 -0.11862 0.36968 L -0.11862 0.36968 C -0.11615 0.37153 -0.11394 0.37361 -0.11146 0.37523 C -0.11016 0.37616 -0.10886 0.37616 -0.10756 0.37662 C -0.10638 0.37709 -0.10547 0.37778 -0.1043 0.37801 C -0.10274 0.37871 -0.10118 0.37871 -0.09961 0.3794 C -0.09714 0.38056 -0.09493 0.38218 -0.09245 0.38357 C -0.09167 0.38403 -0.09089 0.38426 -0.09011 0.38519 C -0.08711 0.38866 -0.08868 0.38727 -0.08542 0.38935 C -0.08203 0.39329 -0.08086 0.39514 -0.07748 0.39769 C -0.0767 0.39838 -0.07592 0.39861 -0.07513 0.39908 L -0.07279 0.40324 L -0.07279 0.40324 C -0.07045 0.40371 -0.06797 0.40417 -0.06563 0.40463 C -0.06459 0.40509 -0.06355 0.40579 -0.0625 0.40602 C -0.05677 0.40834 -0.06042 0.40648 -0.05612 0.40903 C -0.04935 0.4169 -0.05795 0.40741 -0.05144 0.4132 C -0.04388 0.41991 -0.05651 0.41158 -0.0444 0.41875 L -0.04193 0.42014 C -0.03998 0.4213 -0.03789 0.42269 -0.03568 0.42292 C -0.03125 0.42338 -0.0267 0.42292 -0.02227 0.42292 L -0.02227 0.42292 C -0.01993 0.42384 -0.01745 0.42477 -0.01511 0.4257 C -0.01355 0.42662 -0.01198 0.42755 -0.01042 0.42847 L -0.00808 0.43009 C -0.0073 0.43056 -0.00638 0.43079 -0.0056 0.43148 C -0.00417 0.43241 -0.00039 0.43542 0.00143 0.43565 C 0.00807 0.43611 0.01458 0.43565 0.02122 0.43565 L 0.02122 0.43565 C 0.02356 0.43658 0.02591 0.43727 0.02825 0.43843 C 0.02994 0.43912 0.03138 0.44097 0.03307 0.44121 L 0.04414 0.44259 C 0.0457 0.44306 0.04726 0.44329 0.04882 0.44398 C 0.05273 0.4456 0.05 0.44537 0.05195 0.44537 L 0.05195 0.44537 C 0.06172 0.44584 0.07148 0.4456 0.08125 0.44676 C 0.08281 0.44699 0.08424 0.44954 0.08593 0.44954 L 0.08828 0.44954 L 0.08828 0.44954 C 0.12487 0.45116 0.10989 0.45093 0.13333 0.45093 L 0.13333 0.45093 L 0.17903 0.44954 C 0.18007 0.44954 0.18411 0.44792 0.18541 0.44676 C 0.18619 0.44607 0.18698 0.44468 0.18776 0.44398 C 0.18854 0.44329 0.18945 0.44329 0.1901 0.44259 C 0.19101 0.4419 0.19166 0.44051 0.19257 0.43982 C 0.19375 0.43889 0.19518 0.43889 0.19648 0.43843 C 0.1957 0.43982 0.19505 0.44167 0.19414 0.44259 C 0.18958 0.44722 0.19192 0.44074 0.1901 0.44676 L 0.1901 0.44676 C 0.21484 0.44445 0.19961 0.44537 0.23593 0.44537 L 0.23593 0.44537 L 0.24231 0.44121 C 0.24388 0.44028 0.24557 0.43982 0.247 0.43843 C 0.25013 0.43565 0.2513 0.43426 0.25494 0.43287 C 0.25677 0.43195 0.25859 0.43195 0.26041 0.43148 C 0.26536 0.42986 0.26211 0.42963 0.26836 0.42847 C 0.27252 0.42801 0.27669 0.42755 0.28099 0.42709 C 0.28281 0.42662 0.28463 0.42639 0.28645 0.4257 C 0.29114 0.42431 0.28828 0.42431 0.29036 0.42431 L 0.29036 0.42431 C 0.29596 0.42384 0.30143 0.42384 0.30703 0.42292 C 0.30807 0.42292 0.30911 0.42176 0.31015 0.42153 C 0.31276 0.42084 0.31536 0.4206 0.3181 0.42014 L 0.32513 0.41597 C 0.32591 0.41551 0.32682 0.41528 0.32747 0.41459 C 0.33437 0.40648 0.32578 0.41621 0.33229 0.41042 C 0.33606 0.40695 0.3332 0.40764 0.33619 0.40764 L 0.33619 0.40764 C 0.33932 0.40556 0.34531 0.40301 0.34882 0.39908 C 0.35 0.39792 0.35078 0.39584 0.35195 0.39491 C 0.35351 0.39375 0.3552 0.39421 0.35677 0.39352 C 0.35755 0.39329 0.35833 0.39259 0.35911 0.39213 C 0.36015 0.39167 0.36119 0.39121 0.36224 0.39074 C 0.3638 0.38982 0.36536 0.38889 0.36705 0.38796 C 0.36783 0.3875 0.36862 0.38681 0.3694 0.38658 L 0.37252 0.38519 C 0.37278 0.38357 0.37278 0.38195 0.3733 0.38079 C 0.37395 0.37986 0.375 0.38009 0.37565 0.3794 C 0.37656 0.37871 0.37721 0.37732 0.37799 0.37662 C 0.37877 0.37593 0.38047 0.37523 0.38047 0.37523 L 0.38047 0.37523 L 0.42786 0.3331 C 0.42968 0.32986 0.43151 0.32685 0.43333 0.32338 C 0.44349 0.30347 0.42877 0.33009 0.43802 0.31343 C 0.43828 0.31158 0.43815 0.30926 0.4388 0.30787 C 0.4401 0.30533 0.44362 0.30232 0.44362 0.30232 C 0.44466 0.29954 0.44518 0.29584 0.44674 0.29375 L 0.45143 0.2882 C 0.45169 0.28681 0.45169 0.28519 0.45221 0.28403 C 0.45286 0.28264 0.45468 0.28125 0.45468 0.28125 L 0.45468 0.28125 C 0.46067 0.26597 0.45716 0.26898 0.4625 0.26574 C 0.46302 0.26296 0.46315 0.25972 0.46406 0.25741 L 0.46731 0.24884 C 0.46862 0.24213 0.4681 0.2463 0.4681 0.23634 L 0.4681 0.23634 C 0.46836 0.22986 0.46849 0.22315 0.46888 0.21667 C 0.46901 0.21389 0.46953 0.21111 0.46966 0.20834 C 0.46979 0.20162 0.46966 0.19514 0.46966 0.18866 L 0.46966 0.18866 C 0.4694 0.18334 0.46914 0.17824 0.46888 0.17315 C 0.46862 0.16921 0.46862 0.16088 0.46731 0.15625 C 0.46679 0.15486 0.4664 0.15324 0.46575 0.15209 C 0.46432 0.14977 0.46276 0.14746 0.46093 0.14653 L 0.45625 0.14375 L 0.45625 0.14375 C 0.45494 0.13959 0.45403 0.13472 0.45221 0.13102 C 0.45156 0.1294 0.45 0.12963 0.44908 0.12824 C 0.44843 0.12709 0.4483 0.12523 0.44752 0.12408 C 0.44609 0.12176 0.44414 0.12084 0.44283 0.11852 C 0.44205 0.11713 0.4414 0.11528 0.44049 0.11412 C 0.43502 0.10787 0.43984 0.11597 0.43724 0.11134 L 0.43724 0.11134 L 0.41432 0.08195 C 0.41224 0.08009 0.41015 0.07801 0.40807 0.07639 C 0.40729 0.0757 0.40625 0.07593 0.40573 0.075 C 0.39935 0.06366 0.40937 0.07408 0.40091 0.06644 C 0.40039 0.06505 0.4 0.06343 0.39935 0.06227 C 0.39869 0.06111 0.39453 0.05695 0.39388 0.05671 C 0.38841 0.05509 0.37721 0.05394 0.37721 0.05394 C 0.37435 0.05209 0.37565 0.05301 0.3733 0.05116 L 0.3733 0.05116 C 0.37096 0.0507 0.36862 0.05046 0.36627 0.04977 C 0.36536 0.04931 0.36445 0.04908 0.3638 0.04815 C 0.36315 0.04722 0.36302 0.04514 0.36224 0.04398 C 0.36132 0.04259 0.36002 0.04236 0.35911 0.04121 C 0.3582 0.04005 0.35755 0.0382 0.35677 0.03704 C 0.35468 0.03403 0.35442 0.03426 0.35195 0.03287 C 0.34935 0.02963 0.34856 0.02824 0.34492 0.02709 C 0.3431 0.02662 0.34127 0.02709 0.33932 0.02709 L 0.33932 0.02709 C 0.33541 0.02662 0.33151 0.02685 0.32747 0.0257 C 0.32591 0.02546 0.32435 0.02384 0.32278 0.02292 C 0.31992 0.0213 0.32122 0.02222 0.31888 0.02014 L 0.31888 0.02014 C 0.31653 0.01921 0.31406 0.01852 0.31172 0.01736 C 0.31093 0.01713 0.31015 0.01667 0.30937 0.01597 C 0.30846 0.01528 0.30781 0.01389 0.30703 0.0132 C 0.30494 0.01134 0.30442 0.01181 0.30221 0.01181 L 0.30221 0.01181 C 0.29674 0.01134 0.29114 0.01111 0.28567 0.01042 C 0.28489 0.01019 0.28411 0.00926 0.28333 0.00903 C 0.28229 0.00834 0.28125 0.0081 0.2802 0.00764 C 0.27929 0.00718 0.27864 0.00648 0.27773 0.00625 C 0.27669 0.00556 0.27565 0.00533 0.27461 0.00463 C 0.27122 0.00301 0.27343 0.00324 0.2707 0.00324 L 0.2707 0.00324 C 0.2681 0.00278 0.26536 0.00278 0.26276 0.00185 C 0.26067 0.00139 0.25859 0.00046 0.25651 -0.00092 C 0.25533 -0.00162 0.25039 -0.00463 0.24856 -0.00509 C 0.24726 -0.00532 0.24596 -0.00509 0.24466 -0.00509 L 0.24466 -0.00509 C 0.23984 -0.00602 0.23177 -0.00741 0.22721 -0.00787 C 0.22565 -0.0081 0.22408 -0.00787 0.22252 -0.00787 L 0.22252 -0.00787 C 0.21705 -0.00833 0.21145 -0.0081 0.20599 -0.00926 C 0.20429 -0.00972 0.20117 -0.01204 0.20117 -0.01204 L 0.20117 -0.01204 L 0.17513 -0.01204 L 0.17513 -0.01204 L 0.15377 -0.01204 L 0.15377 -0.01204 L 0.12226 -0.01204 C 0.10494 -0.01389 0.11328 -0.01342 0.097 -0.01342 L 0.097 -0.01342 L 0.0694 -0.01342 L 0.0694 -0.01342 C 0.06328 -0.01296 0.05729 -0.01296 0.05117 -0.01204 C 0.05039 -0.01204 0.04961 -0.01088 0.04882 -0.01065 C 0.04778 -0.01041 0.04674 -0.01065 0.0457 -0.01065 L 0.0457 -0.01065 C 0.03828 -0.01018 0.03086 -0.01018 0.02356 -0.00926 C 0.02278 -0.00926 0.022 -0.00833 0.02122 -0.00787 C 0.01992 -0.00741 0.01718 -0.00648 0.01718 -0.00648 L 0.01718 -0.00648 C 0.01224 -0.00602 0.00729 -0.00579 0.00221 -0.00509 C 0.00143 -0.00486 0.00065 -0.00393 -0.00013 -0.0037 C -0.00144 -0.00301 -0.00274 -0.00278 -0.00404 -0.00231 C -0.00756 -0.00069 -0.00534 -0.00092 -0.0073 -0.00092 L -0.0073 -0.00092 C -0.01602 0.00255 -0.01198 0.00046 -0.01901 0.00463 L -0.02383 0.00764 L -0.02618 0.00903 L -0.02618 0.00903 C -0.02852 0.00949 -0.03086 0.00996 -0.03334 0.01042 C -0.0444 0.01227 -0.04115 0.00741 -0.04519 0.01459 L -0.04519 0.01459 C -0.04753 0.01644 -0.04987 0.01852 -0.05222 0.02014 C -0.06107 0.02639 -0.05039 0.02199 -0.05938 0.02709 Z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4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808 -0.00671 L 0.15078 -0.0206 C 0.15287 -0.02245 0.15495 -0.02453 0.15703 -0.02638 C 0.15782 -0.02685 0.15873 -0.02708 0.15938 -0.02777 C 0.16029 -0.02847 0.16094 -0.02962 0.16185 -0.03055 C 0.16381 -0.03263 0.16758 -0.03564 0.16966 -0.03611 C 0.17149 -0.03657 0.17344 -0.03703 0.17526 -0.0375 C 0.17631 -0.03796 0.17735 -0.03865 0.17839 -0.03888 C 0.18946 -0.0405 0.19167 -0.04027 0.19974 -0.04027 L 0.19974 -0.04027 C 0.20209 -0.0412 0.20443 -0.04212 0.20677 -0.04305 C 0.20756 -0.04351 0.20834 -0.04421 0.20912 -0.04444 C 0.21276 -0.04583 0.21758 -0.04675 0.22097 -0.04722 C 0.22253 -0.04837 0.22487 -0.04768 0.22578 -0.05023 C 0.22631 -0.05162 0.22657 -0.05347 0.22735 -0.05439 C 0.22878 -0.05601 0.23047 -0.05648 0.23203 -0.05717 C 0.23308 -0.05763 0.23412 -0.0581 0.23516 -0.05856 C 0.23789 -0.05995 0.23828 -0.06087 0.24154 -0.06134 C 0.24362 -0.06157 0.24571 -0.06134 0.24779 -0.06134 L 0.24779 -0.06134 C 0.25052 -0.0618 0.25313 -0.0618 0.25573 -0.06273 C 0.25743 -0.06342 0.25886 -0.06458 0.26042 -0.0655 L 0.26289 -0.06689 C 0.26459 -0.07152 0.26341 -0.07129 0.26524 -0.07129 L 0.26524 -0.07129 C 0.26758 -0.07268 0.27006 -0.07361 0.27227 -0.07546 C 0.27409 -0.07685 0.27552 -0.07916 0.27709 -0.08101 C 0.27787 -0.08194 0.27852 -0.08333 0.27943 -0.08379 C 0.28177 -0.08518 0.28464 -0.08611 0.28659 -0.08935 C 0.28698 -0.09027 0.28711 -0.0912 0.28737 -0.09212 L 0.28737 -0.09212 C 0.28972 -0.09282 0.29206 -0.09282 0.2944 -0.09375 C 0.2961 -0.09421 0.29753 -0.0956 0.29922 -0.09652 L 0.30157 -0.09791 C 0.30235 -0.0993 0.30326 -0.10046 0.30391 -0.10208 C 0.30508 -0.10462 0.30521 -0.10949 0.30703 -0.11041 L 0.30938 -0.1118 C 0.31224 -0.11851 0.31081 -0.11574 0.31341 -0.12037 L 0.31341 -0.12037 C 0.32084 -0.12129 0.32292 -0.12013 0.32839 -0.12314 C 0.32995 -0.12407 0.33151 -0.125 0.33308 -0.12592 L 0.33542 -0.12731 C 0.33607 -0.1287 0.33659 -0.13009 0.33711 -0.13148 C 0.33737 -0.13287 0.33789 -0.13564 0.33789 -0.13564 L 0.33789 -0.13564 L 0.33386 -0.13009 L 0.35287 -0.1625 C 0.35521 -0.16296 0.35756 -0.16319 0.3599 -0.16388 C 0.36081 -0.16412 0.36172 -0.16412 0.36237 -0.16527 C 0.36368 -0.16759 0.36446 -0.17083 0.3655 -0.17361 L 0.36706 -0.17777 C 0.36875 -0.1824 0.36862 -0.18032 0.36862 -0.18356 L 0.36862 -0.18356 C 0.37019 -0.1868 0.37201 -0.18981 0.37344 -0.19328 C 0.37591 -0.19976 0.37188 -0.19606 0.37657 -0.19884 C 0.37709 -0.20023 0.37774 -0.20162 0.37813 -0.203 C 0.37969 -0.20972 0.37748 -0.20879 0.38047 -0.20879 L 0.38047 -0.20879 L 0.3931 -0.25092 C 0.39336 -0.25578 0.39336 -0.26898 0.39545 -0.27476 L 0.39701 -0.27893 L 0.39792 -0.3 L 0.39792 -0.3 C 0.39662 -0.34652 0.39974 -0.31875 0.39545 -0.33634 C 0.39519 -0.33773 0.39532 -0.33958 0.39466 -0.34074 C 0.39414 -0.34166 0.3931 -0.34166 0.39232 -0.34212 C 0.39154 -0.34606 0.39128 -0.34745 0.39076 -0.35185 C 0.39076 -0.35231 0.39076 -0.35277 0.39076 -0.35324 L 0.39076 -0.35324 L 0.38763 -0.37013 C 0.38711 -0.37291 0.38659 -0.37662 0.38516 -0.37847 C 0.38451 -0.37939 0.3836 -0.37939 0.38282 -0.37986 C 0.38073 -0.3912 0.38386 -0.378 0.37969 -0.38564 C 0.37839 -0.38796 0.37787 -0.39166 0.37657 -0.39398 C 0.37578 -0.39537 0.37487 -0.39652 0.37422 -0.39814 C 0.37305 -0.40092 0.37253 -0.40462 0.37097 -0.40648 L 0.36862 -0.40949 C 0.36784 -0.41134 0.36732 -0.41365 0.36628 -0.41504 C 0.36498 -0.41666 0.36302 -0.41643 0.36159 -0.41643 L 0.36159 -0.41643 C 0.3599 -0.41967 0.35847 -0.42314 0.35677 -0.42615 C 0.35612 -0.42754 0.35508 -0.42777 0.35443 -0.42893 C 0.35391 -0.43009 0.35404 -0.43194 0.35365 -0.43333 C 0.35274 -0.43611 0.35157 -0.43888 0.35052 -0.44166 C 0.35 -0.44305 0.34974 -0.44537 0.34896 -0.44583 L 0.34649 -0.44722 C 0.34597 -0.44861 0.34584 -0.45069 0.34493 -0.45138 C 0.34323 -0.45324 0.34128 -0.45324 0.33946 -0.45439 C 0.33868 -0.45462 0.33789 -0.45532 0.33711 -0.45578 L 0.33464 -0.45856 L 0.33464 -0.45856 L 0.30547 -0.48518 C 0.30313 -0.48657 0.30065 -0.48773 0.29844 -0.48935 C 0.29753 -0.49004 0.29688 -0.49143 0.29597 -0.49212 C 0.29453 -0.49328 0.29128 -0.4949 0.29128 -0.4949 C 0.28841 -0.50277 0.29141 -0.49652 0.28737 -0.50069 C 0.28568 -0.50231 0.28438 -0.50509 0.28256 -0.50625 L 0.27787 -0.50902 L 0.27787 -0.50902 C 0.27526 -0.50949 0.26628 -0.50902 0.26289 -0.51319 L 0.25808 -0.51875 C 0.25756 -0.52037 0.25729 -0.52222 0.25651 -0.52314 C 0.25508 -0.52453 0.25339 -0.525 0.25183 -0.52592 C 0.24714 -0.5287 0.25026 -0.52731 0.24232 -0.52731 L 0.24232 -0.52731 C 0.23998 -0.52777 0.2375 -0.52731 0.23516 -0.5287 C 0.23347 -0.52986 0.23229 -0.53356 0.23047 -0.53425 C 0.22657 -0.53611 0.22839 -0.53518 0.225 -0.53703 C 0.22448 -0.53842 0.22409 -0.54027 0.22331 -0.5412 C 0.22266 -0.54212 0.22175 -0.54236 0.22097 -0.54282 C 0.21563 -0.54537 0.21537 -0.54444 0.20756 -0.5456 C 0.20495 -0.54699 0.20599 -0.54699 0.20443 -0.54699 L 0.20443 -0.54699 L 0.19493 -0.55254 C 0.18959 -0.55578 0.19336 -0.55393 0.18308 -0.55532 C 0.18229 -0.55578 0.18151 -0.55601 0.18073 -0.55671 C 0.17995 -0.5574 0.1793 -0.55879 0.17839 -0.55949 C 0.17448 -0.56273 0.17487 -0.56226 0.17201 -0.56226 L 0.17201 -0.56226 C 0.16211 -0.56273 0.15209 -0.56296 0.14206 -0.56365 C 0.14076 -0.56388 0.13946 -0.56458 0.13815 -0.56527 C 0.13646 -0.56597 0.13503 -0.56805 0.13334 -0.56805 L 0.13021 -0.56805 L 0.13021 -0.56805 L 0.08763 -0.56944 C 0.08672 -0.56944 0.08594 -0.57013 0.08516 -0.57083 C 0.0836 -0.57245 0.08047 -0.57638 0.08047 -0.57638 C 0.07865 -0.58125 0.07956 -0.58055 0.07657 -0.58194 C 0.07631 -0.58217 0.07604 -0.58194 0.07578 -0.58194 L 0.07578 -0.58194 L 0.02995 -0.58194 L 0.02995 -0.58194 L -0.01666 -0.58194 L -0.01666 -0.58194 C -0.01901 -0.58148 -0.02135 -0.58078 -0.02369 -0.58055 C -0.03528 -0.57986 -0.04687 -0.57916 -0.05846 -0.57916 L -0.05846 -0.57916 L -0.07669 -0.57638 C -0.07929 -0.57592 -0.0819 -0.57569 -0.0845 -0.575 C -0.0858 -0.57476 -0.08711 -0.57407 -0.08854 -0.57361 C -0.09036 -0.57314 -0.09218 -0.57268 -0.09401 -0.57222 C -0.09661 -0.5706 -0.09635 -0.57222 -0.09635 -0.56944 L -0.09635 -0.56944 C -0.09882 -0.56898 -0.11432 -0.56736 -0.11771 -0.56666 C -0.11849 -0.56643 -0.11927 -0.56527 -0.12005 -0.56527 C -0.12291 -0.56435 -0.12591 -0.56435 -0.12877 -0.56365 C -0.13086 -0.56342 -0.13502 -0.56226 -0.13502 -0.56226 L -0.13502 -0.56226 C -0.1375 -0.5618 -0.13984 -0.56157 -0.14218 -0.56087 C -0.14817 -0.55925 -0.14023 -0.55972 -0.14765 -0.55671 C -0.15 -0.55578 -0.15247 -0.55578 -0.15481 -0.55532 C -0.1569 -0.55439 -0.15937 -0.55462 -0.16106 -0.55254 C -0.16614 -0.54652 -0.16445 -0.5493 -0.16666 -0.5456 L -0.16666 -0.5456 L -0.17369 -0.54282 C -0.17487 -0.54236 -0.17578 -0.54166 -0.17695 -0.5412 C -0.17929 -0.5405 -0.18659 -0.53888 -0.1888 -0.53842 C -0.19583 -0.53541 -0.19297 -0.5368 -0.19739 -0.53425 C -0.20156 -0.52939 -0.19856 -0.53217 -0.20534 -0.53009 C -0.20664 -0.52962 -0.20794 -0.52916 -0.20924 -0.5287 C -0.21002 -0.52824 -0.2108 -0.52754 -0.21159 -0.52731 C -0.21406 -0.52662 -0.21875 -0.52592 -0.21875 -0.52592 L -0.21875 -0.52592 C -0.22109 -0.52453 -0.22343 -0.52291 -0.22591 -0.52175 C -0.22695 -0.52106 -0.22799 -0.52083 -0.22903 -0.52037 C -0.2306 -0.51944 -0.23216 -0.51828 -0.23372 -0.51736 C -0.2345 -0.51689 -0.23541 -0.51689 -0.23606 -0.51597 C -0.23776 -0.51412 -0.23906 -0.51157 -0.24088 -0.51041 C -0.24336 -0.50902 -0.24401 -0.50879 -0.24635 -0.50625 C -0.25312 -0.49907 -0.24869 -0.50162 -0.25429 -0.4993 C -0.25507 -0.49837 -0.25586 -0.49722 -0.25664 -0.49629 C -0.25742 -0.49583 -0.25833 -0.49583 -0.25898 -0.4949 C -0.25924 -0.49467 -0.25898 -0.49398 -0.25898 -0.49351 L -0.25898 -0.49351 C -0.26106 -0.4912 -0.26315 -0.48865 -0.26536 -0.48657 C -0.26601 -0.48587 -0.26692 -0.48587 -0.26771 -0.48518 C -0.27382 -0.47962 -0.26653 -0.48449 -0.27239 -0.48101 C -0.27396 -0.47916 -0.27539 -0.47638 -0.27721 -0.47546 C -0.27877 -0.4743 -0.28047 -0.4743 -0.2819 -0.47245 C -0.28268 -0.47152 -0.28346 -0.4706 -0.28424 -0.46967 C -0.28502 -0.46898 -0.28593 -0.46898 -0.28659 -0.46828 C -0.2875 -0.46759 -0.28815 -0.4662 -0.28906 -0.4655 C -0.29088 -0.46388 -0.29114 -0.46412 -0.29297 -0.46412 L -0.29297 -0.46412 C -0.29479 -0.4618 -0.29648 -0.45902 -0.29843 -0.45717 C -0.3 -0.45578 -0.30325 -0.45439 -0.30325 -0.45439 C -0.30377 -0.453 -0.30403 -0.45092 -0.30481 -0.45 C -0.30573 -0.44907 -0.3069 -0.4493 -0.30794 -0.44861 C -0.31588 -0.44467 -0.30364 -0.45023 -0.31354 -0.44583 C -0.32031 -0.43773 -0.31172 -0.44745 -0.31823 -0.44166 C -0.31914 -0.44097 -0.31979 -0.43981 -0.32057 -0.43888 C -0.32109 -0.4375 -0.32148 -0.43564 -0.32213 -0.43472 C -0.32278 -0.43379 -0.32396 -0.43425 -0.32461 -0.43333 C -0.32513 -0.43217 -0.32487 -0.43009 -0.32539 -0.42893 C -0.32591 -0.42777 -0.32695 -0.42731 -0.32773 -0.42615 C -0.32799 -0.42592 -0.32825 -0.42523 -0.32851 -0.42476 L -0.32851 -0.42476 C -0.33086 -0.42245 -0.33359 -0.42083 -0.33554 -0.41782 C -0.34388 -0.40532 -0.33489 -0.41157 -0.34114 -0.4081 L -0.34583 -0.39537 C -0.34635 -0.39398 -0.34648 -0.39166 -0.34739 -0.3912 L -0.34987 -0.38981 C -0.35143 -0.38078 -0.35143 -0.38425 -0.35143 -0.37986 L -0.35143 -0.37986 C -0.35299 -0.37569 -0.35429 -0.37129 -0.35612 -0.36736 C -0.35677 -0.36597 -0.35781 -0.36574 -0.35846 -0.36458 C -0.35976 -0.36203 -0.36054 -0.35879 -0.36172 -0.35601 L -0.36328 -0.35185 C -0.36354 -0.35046 -0.36367 -0.34884 -0.36406 -0.34768 C -0.36536 -0.34351 -0.36692 -0.3412 -0.36875 -0.33773 C -0.3707 -0.32708 -0.37031 -0.3324 -0.37031 -0.32245 L -0.37031 -0.32245 L -0.37031 -0.28171 L -0.37031 -0.28171 C -0.36979 -0.27754 -0.36979 -0.27291 -0.36875 -0.26898 C -0.36836 -0.26759 -0.36705 -0.26759 -0.3664 -0.2662 C -0.3651 -0.26365 -0.36328 -0.25787 -0.36328 -0.25787 C -0.36302 -0.25601 -0.36276 -0.25416 -0.3625 -0.25231 C -0.36224 -0.25069 -0.36185 -0.24953 -0.36172 -0.24791 C -0.36132 -0.2456 -0.36119 -0.24328 -0.3608 -0.24097 C -0.36067 -0.23958 -0.36028 -0.23819 -0.36002 -0.2368 C -0.35976 -0.23495 -0.35924 -0.23125 -0.35924 -0.23125 L -0.35924 -0.23125 C -0.35807 -0.22939 -0.35312 -0.22222 -0.35143 -0.21851 C -0.35078 -0.21736 -0.35039 -0.21574 -0.34987 -0.21435 C -0.34922 -0.21087 -0.34896 -0.20856 -0.34739 -0.20601 C -0.34674 -0.20462 -0.34583 -0.20393 -0.34505 -0.203 C -0.34453 -0.20162 -0.34401 -0.20046 -0.34349 -0.19884 C -0.34297 -0.19699 -0.34257 -0.1949 -0.34192 -0.19328 C -0.34127 -0.19166 -0.34023 -0.1905 -0.33958 -0.18912 C -0.33893 -0.18773 -0.33854 -0.18634 -0.33802 -0.18495 C -0.33632 -0.17592 -0.33763 -0.17847 -0.33554 -0.175 L -0.33554 -0.175 C -0.33372 -0.17222 -0.3319 -0.16944 -0.33007 -0.16666 C -0.32903 -0.16481 -0.32799 -0.16273 -0.32695 -0.16111 C -0.32617 -0.15995 -0.32526 -0.15925 -0.32461 -0.1581 C -0.32343 -0.15694 -0.32239 -0.15532 -0.32135 -0.15393 C -0.32005 -0.14699 -0.32148 -0.15185 -0.31823 -0.14699 C -0.31731 -0.1456 -0.31692 -0.14351 -0.31588 -0.14282 C -0.31315 -0.1405 -0.30521 -0.14143 -0.30325 -0.14143 L -0.30325 -0.14143 L -0.27239 -0.09791 C -0.26979 -0.09606 -0.26705 -0.09444 -0.26458 -0.09212 C -0.25664 -0.08564 -0.26731 -0.09259 -0.25976 -0.08796 C -0.25898 -0.08703 -0.25833 -0.08587 -0.25742 -0.08518 C -0.25481 -0.08356 -0.25299 -0.08379 -0.25039 -0.08379 L -0.25039 -0.08379 L -0.22265 -0.0655 C -0.22057 -0.06319 -0.21862 -0.06064 -0.2164 -0.05856 C -0.21536 -0.05763 -0.21432 -0.05763 -0.21328 -0.05717 C -0.21237 -0.05671 -0.21159 -0.05625 -0.2108 -0.05578 C -0.20507 -0.05138 -0.21041 -0.05416 -0.20455 -0.05162 C -0.20377 -0.05069 -0.20312 -0.0493 -0.20221 -0.04884 C -0.19882 -0.04652 -0.18646 -0.04583 -0.18632 -0.04583 C -0.18177 -0.04328 -0.18606 -0.04675 -0.18242 -0.04027 C -0.18177 -0.03912 -0.18007 -0.0375 -0.18007 -0.0375 L -0.18007 -0.0375 C -0.17265 -0.03703 -0.16536 -0.03726 -0.15794 -0.03611 C -0.15625 -0.03587 -0.15481 -0.03425 -0.15325 -0.03333 L -0.15091 -0.03194 C -0.14817 -0.03032 -0.14935 -0.03055 -0.14765 -0.03055 L -0.14765 -0.03055 C -0.14531 -0.03009 -0.14297 -0.02986 -0.14062 -0.02916 C -0.13893 -0.02847 -0.1375 -0.02731 -0.1358 -0.02638 L -0.13112 -0.02337 C -0.13034 -0.02291 -0.12955 -0.02222 -0.12877 -0.02199 C -0.12213 -0.02013 -0.12565 -0.02106 -0.11849 -0.01921 C -0.11054 -0.01458 -0.12291 -0.02175 -0.11302 -0.01643 C -0.11132 -0.0155 -0.10989 -0.01412 -0.1082 -0.01365 L -0.10351 -0.01226 L -0.10351 -0.01226 C -0.09297 -0.0118 -0.08242 -0.0118 -0.07187 -0.01087 C -0.07005 -0.01064 -0.06979 -0.00995 -0.06875 -0.0081 L -0.06875 -0.0081 L -0.03164 -0.00671 C -0.00234 -0.00462 -0.0526 -0.00532 -0.01979 -0.00532 L -0.01979 -0.00532 L 0.01016 -0.00532 L 0.04336 -0.00231 L 0.08047 -0.00532 L 0.10808 -0.00671 Z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6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3 -0.02268 L -0.09219 -0.03518 L -0.13568 -0.03518 L -0.13568 -0.03518 C -0.13776 -0.0368 -0.13971 -0.03865 -0.14193 -0.03958 C -0.14479 -0.04051 -0.14779 -0.04027 -0.15065 -0.04097 C -0.15169 -0.0412 -0.15273 -0.04213 -0.15378 -0.04236 C -0.15807 -0.04259 -0.16224 -0.04236 -0.16641 -0.04236 L -0.16641 -0.04236 L -0.16641 -0.04236 L -0.20911 -0.0368 C -0.24271 -0.03819 -0.2306 -0.03819 -0.24544 -0.03819 L -0.24544 -0.03819 C -0.27383 -0.03657 -0.26328 -0.0368 -0.27695 -0.0368 L -0.27695 -0.0368 L -0.31562 -0.02407 C -0.31823 -0.02314 -0.32096 -0.02222 -0.32357 -0.02129 C -0.32435 -0.02083 -0.32513 -0.02013 -0.32591 -0.0199 C -0.32721 -0.01921 -0.32852 -0.01898 -0.32982 -0.01851 C -0.33919 -0.01551 -0.33763 -0.01597 -0.3457 -0.01435 C -0.35273 -0.00926 -0.34635 -0.01319 -0.3543 -0.00995 C -0.35521 -0.00972 -0.35586 -0.00879 -0.35677 -0.00856 C -0.36016 -0.00787 -0.36693 -0.00717 -0.36693 -0.00717 L -0.36693 -0.00717 C -0.37018 -0.00532 -0.37318 -0.00254 -0.37643 -0.00162 C -0.38984 0.00232 -0.38268 0.0007 -0.39779 0.00255 C -0.39909 0.00301 -0.40039 0.00324 -0.40169 0.00394 C -0.40312 0.00463 -0.4043 0.00602 -0.4056 0.00672 C -0.40664 0.00741 -0.40781 0.00764 -0.40885 0.00811 C -0.41159 0.01158 -0.41029 0.01112 -0.41276 0.01112 L -0.41276 0.01112 C -0.4151 0.01204 -0.41758 0.01274 -0.41992 0.01389 C -0.42148 0.01459 -0.42292 0.01598 -0.42461 0.01667 C -0.42591 0.01713 -0.42721 0.01737 -0.42852 0.01806 C -0.42943 0.01829 -0.43008 0.01922 -0.43086 0.01945 C -0.43307 0.02014 -0.43516 0.02037 -0.43724 0.02084 C -0.43828 0.02176 -0.43945 0.02223 -0.44036 0.02362 C -0.44115 0.02477 -0.44128 0.02686 -0.44193 0.02778 C -0.44609 0.03357 -0.44323 0.025 -0.44518 0.03195 L -0.44518 0.03195 C -0.44753 0.03403 -0.44974 0.03612 -0.45221 0.03774 C -0.45378 0.03866 -0.45534 0.03866 -0.45703 0.03912 C -0.45833 0.03959 -0.45964 0.03982 -0.46094 0.04051 C -0.46432 0.0419 -0.46263 0.0419 -0.46641 0.04468 C -0.46797 0.04584 -0.46953 0.04676 -0.47122 0.04746 C -0.47227 0.04792 -0.47331 0.04838 -0.47435 0.04885 C -0.47565 0.04931 -0.47695 0.04977 -0.47826 0.05024 C -0.47995 0.05116 -0.48307 0.05301 -0.48307 0.05301 C -0.4849 0.05811 -0.48372 0.05741 -0.4862 0.05741 L -0.4862 0.05741 C -0.48854 0.05834 -0.49102 0.0588 -0.49323 0.06019 C -0.49414 0.06065 -0.49479 0.06227 -0.4957 0.06297 C -0.49661 0.06366 -0.49779 0.06389 -0.49883 0.06436 C -0.50039 0.06528 -0.50352 0.06713 -0.50352 0.06713 C -0.50508 0.06899 -0.50651 0.07176 -0.50833 0.07269 C -0.50911 0.07315 -0.5099 0.07362 -0.51068 0.07408 C -0.51745 0.0794 -0.51068 0.075 -0.51615 0.07848 C -0.51667 0.07987 -0.51693 0.08172 -0.51771 0.08264 C -0.51862 0.08357 -0.51992 0.08334 -0.52096 0.08403 C -0.52174 0.08449 -0.52253 0.08496 -0.52331 0.08542 L -0.52487 0.08959 L -0.52487 0.08959 C -0.52721 0.0919 -0.52956 0.09468 -0.53203 0.09653 C -0.53346 0.09792 -0.53516 0.09838 -0.53672 0.09931 C -0.53802 0.10024 -0.53932 0.10139 -0.54062 0.10232 C -0.54141 0.10278 -0.54232 0.10301 -0.54297 0.10371 C -0.54414 0.1044 -0.54505 0.10556 -0.54622 0.10649 C -0.54909 0.10857 -0.54831 0.10672 -0.55091 0.11065 C -0.55365 0.11482 -0.5543 0.11737 -0.55651 0.12315 C -0.55703 0.12477 -0.55716 0.12686 -0.55807 0.12755 L -0.56042 0.12894 C -0.56497 0.14098 -0.55951 0.1257 -0.56276 0.13727 C -0.56315 0.13889 -0.56432 0.14144 -0.56432 0.14144 L -0.56432 0.14144 C -0.56667 0.14375 -0.56927 0.14561 -0.57148 0.14862 C -0.57253 0.15 -0.57292 0.15255 -0.57383 0.15417 C -0.57539 0.15695 -0.57669 0.15718 -0.57852 0.15834 C -0.57995 0.16574 -0.57839 0.15973 -0.58177 0.16667 C -0.58229 0.16806 -0.58255 0.16991 -0.58333 0.17107 C -0.58398 0.17199 -0.5849 0.17176 -0.58568 0.17246 C -0.58646 0.17315 -0.58724 0.17431 -0.58802 0.17524 C -0.58828 0.17662 -0.58828 0.17824 -0.5888 0.1794 C -0.5944 0.18912 -0.59049 0.17709 -0.59271 0.18496 L -0.59271 0.18496 C -0.59414 0.1882 -0.59518 0.1919 -0.59674 0.19491 C -0.59766 0.19653 -0.59909 0.19723 -0.59987 0.19908 C -0.60052 0.2007 -0.60013 0.20301 -0.60065 0.20463 C -0.60117 0.20649 -0.60234 0.20741 -0.60299 0.2088 C -0.60365 0.21019 -0.60417 0.21158 -0.60456 0.21297 C -0.60586 0.2176 -0.60469 0.21737 -0.60703 0.22153 C -0.60768 0.22269 -0.60859 0.22338 -0.60937 0.22431 C -0.6099 0.2257 -0.61055 0.22709 -0.61094 0.22848 C -0.61133 0.22987 -0.6112 0.23149 -0.61172 0.23264 C -0.61211 0.23357 -0.61276 0.23357 -0.61328 0.23403 L -0.61328 0.23403 C -0.61406 0.23797 -0.61484 0.24167 -0.61562 0.24537 C -0.61615 0.24723 -0.6168 0.24908 -0.61719 0.25093 C -0.61784 0.25394 -0.61849 0.26088 -0.61888 0.26366 C -0.61901 0.26505 -0.61927 0.26644 -0.61966 0.26783 C -0.62005 0.26922 -0.6207 0.27061 -0.62122 0.27199 C -0.62148 0.27338 -0.62161 0.27477 -0.62201 0.27616 C -0.6224 0.27778 -0.62318 0.27894 -0.62357 0.28033 C -0.62422 0.28311 -0.62513 0.28889 -0.62513 0.28889 L -0.62513 0.28889 C -0.62539 0.29445 -0.62552 0.3 -0.62591 0.30579 C -0.62617 0.3088 -0.6276 0.31274 -0.62826 0.31551 C -0.62865 0.3169 -0.62891 0.31829 -0.62904 0.31968 C -0.63047 0.32848 -0.62982 0.32639 -0.62982 0.33936 L -0.62982 0.33936 C -0.62982 0.34005 -0.62956 0.36042 -0.62826 0.36598 C -0.62799 0.3676 -0.62708 0.36875 -0.62669 0.37014 C -0.625 0.37709 -0.62513 0.37639 -0.62513 0.38149 L -0.62513 0.38149 L -0.60937 0.43334 C -0.60807 0.43658 -0.60651 0.43982 -0.60534 0.44329 C -0.60495 0.44445 -0.60495 0.44607 -0.60456 0.44746 C -0.60326 0.45209 -0.60299 0.45162 -0.60065 0.4544 C -0.6 0.45764 -0.59818 0.46991 -0.59596 0.4713 L -0.59362 0.47269 C -0.59323 0.47408 -0.59336 0.47593 -0.59271 0.47686 C -0.59219 0.47801 -0.59115 0.47755 -0.59036 0.47824 C -0.5901 0.47848 -0.58984 0.47917 -0.58958 0.47963 L -0.58958 0.47963 L -0.5612 0.53149 C -0.55885 0.53542 -0.55638 0.53889 -0.55404 0.54283 C -0.55326 0.54422 -0.55247 0.54561 -0.55169 0.54699 C -0.55104 0.54838 -0.55091 0.55024 -0.55013 0.55116 C -0.54922 0.55232 -0.54805 0.55209 -0.54701 0.55255 C -0.54674 0.55394 -0.54674 0.55579 -0.54622 0.55695 C -0.54479 0.55996 -0.54258 0.56019 -0.54062 0.56112 C -0.5401 0.5625 -0.53984 0.56412 -0.53906 0.56528 C -0.53841 0.56621 -0.53737 0.56598 -0.53672 0.56667 C -0.53607 0.56737 -0.53568 0.56852 -0.53516 0.56945 L -0.53516 0.56945 L -0.49727 0.60024 L -0.45859 0.62987 C -0.45677 0.63264 -0.45508 0.63565 -0.45299 0.6382 C -0.45234 0.63912 -0.4513 0.63866 -0.45065 0.63959 C -0.45013 0.64074 -0.45052 0.64283 -0.44987 0.64375 C -0.44948 0.64445 -0.4444 0.64653 -0.4444 0.64653 C -0.43763 0.65 -0.44648 0.64561 -0.43958 0.65093 C -0.43867 0.65162 -0.4375 0.65209 -0.43646 0.65232 C -0.42904 0.65371 -0.42852 0.65371 -0.42383 0.65371 L -0.42383 0.65371 L -0.41432 0.65926 L -0.41198 0.66065 C -0.4112 0.66112 -0.41042 0.66181 -0.40964 0.66204 L -0.4056 0.66343 C -0.40456 0.66436 -0.40365 0.66551 -0.40247 0.66621 C -0.40169 0.6669 -0.40091 0.66713 -0.40013 0.6676 C -0.39701 0.67061 -0.39857 0.6713 -0.39466 0.67199 C -0.39245 0.67223 -0.39036 0.67199 -0.38828 0.67199 L -0.38828 0.67199 C -0.38568 0.67292 -0.38307 0.67362 -0.38034 0.67477 C -0.37956 0.675 -0.37891 0.67593 -0.37799 0.67616 C -0.37526 0.67709 -0.3668 0.6794 -0.36302 0.68033 C -0.36068 0.68079 -0.35833 0.68125 -0.35586 0.68172 C -0.35378 0.68357 -0.35182 0.68612 -0.34961 0.68727 L -0.34492 0.69005 L -0.34492 0.69005 C -0.33776 0.69051 -0.3306 0.69074 -0.32357 0.69144 C -0.32201 0.69167 -0.31914 0.69491 -0.31797 0.69584 C -0.31654 0.69676 -0.31328 0.69862 -0.31328 0.69862 C -0.31029 0.70209 -0.31159 0.70024 -0.30937 0.70417 L -0.30937 0.70417 L -0.2793 0.70556 L -0.23672 0.71551 L -0.20039 0.71551 L -0.20039 0.71551 L -0.14596 0.71551 L -0.06771 0.69862 C -0.06484 0.69769 -0.06198 0.6963 -0.05911 0.69584 C -0.05521 0.69491 -0.05117 0.69491 -0.04727 0.69445 L -0.03776 0.69306 C -0.0362 0.6919 -0.03437 0.69167 -0.03307 0.69005 C -0.02995 0.68658 -0.03151 0.68797 -0.02826 0.68588 C -0.02409 0.67987 -0.02552 0.68241 -0.02357 0.67894 L -0.02357 0.67894 C -0.01667 0.67848 -0.0099 0.67871 -0.00299 0.67755 C -0.00143 0.67732 0.00013 0.6757 0.00169 0.67477 L 0.00404 0.67338 C 0.01146 0.66459 0.00833 0.66482 0.01198 0.66482 L 0.01198 0.66482 C 0.01458 0.66436 0.01719 0.66412 0.01992 0.66343 C 0.0207 0.6632 0.02148 0.6625 0.02227 0.66204 C 0.02331 0.66158 0.02435 0.66112 0.02539 0.66065 C 0.03177 0.65209 0.02487 0.65973 0.03646 0.6551 C 0.03737 0.65463 0.03789 0.65301 0.0388 0.65232 C 0.04036 0.65116 0.04219 0.65116 0.04349 0.64954 C 0.0444 0.64862 0.04505 0.64723 0.04596 0.64653 C 0.04844 0.64468 0.05117 0.64352 0.05378 0.64237 C 0.05638 0.64005 0.05885 0.63704 0.06172 0.63542 C 0.0625 0.63496 0.06328 0.63473 0.06406 0.63403 C 0.06602 0.63241 0.06966 0.62848 0.06966 0.62848 L 0.06966 0.62848 C 0.07201 0.62801 0.07435 0.62778 0.07669 0.62709 C 0.08021 0.62593 0.07813 0.62547 0.08138 0.62269 C 0.08385 0.62084 0.08672 0.61968 0.08932 0.61852 C 0.0901 0.6176 0.09076 0.61644 0.09167 0.61574 C 0.09375 0.61436 0.09805 0.61297 0.09805 0.61297 C 0.09883 0.61204 0.09948 0.61065 0.10039 0.61019 C 0.1013 0.60949 0.10859 0.60741 0.10911 0.60741 C 0.11094 0.60625 0.11224 0.60579 0.1138 0.60324 L 0.1138 0.60186 L 0.15091 0.56112 L 0.15807 0.55834 C 0.16875 0.55371 0.16029 0.55695 0.16823 0.55394 C 0.17695 0.5463 0.16641 0.55649 0.17383 0.54699 C 0.17917 0.54005 0.17487 0.54792 0.1793 0.54144 C 0.18021 0.54005 0.18099 0.53866 0.18177 0.53727 C 0.18229 0.53588 0.18255 0.53403 0.18333 0.53287 C 0.18477 0.53079 0.18685 0.5301 0.18802 0.52732 L 0.19036 0.52176 L 0.19036 0.52176 L 0.21172 0.47686 C 0.21302 0.47362 0.21458 0.47061 0.21563 0.46713 C 0.21615 0.46528 0.21563 0.46274 0.21641 0.46135 C 0.21719 0.45996 0.21849 0.46042 0.21966 0.45996 C 0.22018 0.45857 0.2207 0.45741 0.22122 0.45579 C 0.22161 0.4544 0.22135 0.45255 0.22201 0.45162 C 0.22253 0.45047 0.22357 0.4507 0.22435 0.45024 C 0.22513 0.44838 0.22591 0.4463 0.22669 0.44468 C 0.22747 0.44306 0.22852 0.44213 0.22904 0.44028 C 0.22956 0.43912 0.2293 0.43727 0.22982 0.43612 C 0.23073 0.43473 0.23203 0.43426 0.23307 0.43334 C 0.23359 0.43149 0.23372 0.42917 0.23464 0.42778 C 0.23594 0.42547 0.23802 0.42454 0.23932 0.42223 L 0.24089 0.41922 L 0.24089 0.41922 C 0.24141 0.41412 0.24206 0.40903 0.24245 0.40394 C 0.24401 0.38357 0.24245 0.39468 0.24401 0.37871 C 0.24453 0.37385 0.24479 0.36922 0.2457 0.36459 C 0.24661 0.35949 0.24648 0.36181 0.24648 0.35764 L 0.24648 0.35764 C 0.2457 0.28218 0.25195 0.30533 0.24492 0.28033 L 0.24492 0.28033 C 0.24349 0.27709 0.24219 0.27408 0.24089 0.27061 C 0.23711 0.25996 0.24102 0.26968 0.23854 0.26088 C 0.23815 0.25926 0.2375 0.25787 0.23698 0.25649 C 0.23672 0.2551 0.23659 0.25371 0.2362 0.25232 C 0.23581 0.25093 0.23477 0.24977 0.23464 0.24815 C 0.23359 0.23936 0.23555 0.23311 0.23229 0.22709 C 0.23151 0.22593 0.2306 0.22524 0.22982 0.22431 C 0.22878 0.21875 0.22969 0.22107 0.22747 0.21737 L 0.22747 0.21737 C 0.21133 0.19815 0.22474 0.21644 0.21875 0.20463 C 0.21706 0.20116 0.21328 0.19491 0.21328 0.19491 C 0.21302 0.19352 0.21276 0.1919 0.2125 0.19051 C 0.21133 0.18565 0.21094 0.18496 0.20938 0.18079 C 0.20911 0.1794 0.20911 0.17755 0.20859 0.17662 C 0.20365 0.16783 0.20794 0.18149 0.20534 0.17246 L 0.20534 0.17246 C 0.20026 0.1632 0.20078 0.16505 0.19753 0.15695 C 0.19701 0.15556 0.19635 0.15417 0.19596 0.15278 C 0.19492 0.14931 0.19544 0.14699 0.19349 0.14422 C 0.19284 0.14329 0.19193 0.14352 0.19115 0.14283 C 0.19036 0.14213 0.18971 0.14074 0.1888 0.14005 C 0.18424 0.13612 0.1888 0.14213 0.18255 0.13727 C 0.18177 0.13681 0.18138 0.13542 0.18086 0.13449 L 0.18086 0.13449 C 0.17852 0.13264 0.17617 0.13102 0.17383 0.12894 C 0.16862 0.12431 0.17435 0.12801 0.16901 0.12176 C 0.16836 0.12107 0.16745 0.12084 0.16667 0.12037 C 0.16589 0.11945 0.16497 0.11875 0.16432 0.1176 C 0.16367 0.11644 0.16354 0.11459 0.16276 0.11343 C 0.16211 0.1125 0.1612 0.1125 0.16042 0.11204 C 0.1599 0.11065 0.15951 0.1088 0.15885 0.10787 C 0.15755 0.10602 0.15625 0.10649 0.15482 0.10649 L 0.15482 0.10649 C 0.15247 0.10417 0.15013 0.10162 0.14779 0.09931 C 0.14701 0.09885 0.14609 0.09885 0.14544 0.09792 C 0.13971 0.09121 0.14648 0.09537 0.13984 0.09237 C 0.13385 0.08542 0.14154 0.09352 0.13438 0.0882 C 0.13346 0.0875 0.13281 0.08612 0.13203 0.08542 C 0.13125 0.08473 0.13034 0.08449 0.12956 0.08403 C 0.12786 0.07477 0.13021 0.0838 0.12643 0.07848 C 0.12565 0.07732 0.12487 0.07408 0.12487 0.07408 L 0.12487 0.07408 C 0.12201 0.07362 0.11901 0.07338 0.11615 0.07269 C 0.11536 0.07246 0.11458 0.07176 0.1138 0.0713 C 0.1125 0.07084 0.1112 0.07037 0.1099 0.06991 C 0.10911 0.06899 0.10833 0.06806 0.10755 0.06713 C 0.10651 0.06621 0.10521 0.06574 0.1043 0.06436 C 0.09505 0.05116 0.10352 0.05949 0.09648 0.05301 C 0.09466 0.04838 0.09557 0.05 0.09401 0.04746 L 0.09401 0.04746 L 0.05938 0.03056 L 0.05221 0.02778 C 0.05117 0.02732 0.05013 0.02709 0.04909 0.02639 C 0.04557 0.02408 0.04648 0.02385 0.04349 0.02084 C 0.04258 0.01991 0.04154 0.01875 0.04036 0.01806 C 0.0388 0.0169 0.03724 0.01621 0.03568 0.01528 C 0.0349 0.01482 0.03333 0.01528 0.03333 0.01389 L 0.03333 0.0125 L 0.03333 0.0125 C 0.03086 0.01158 0.02852 0.01065 0.02617 0.00949 C 0.02539 0.00926 0.02461 0.0088 0.02383 0.00811 C 0.02292 0.00741 0.02227 0.00625 0.02148 0.00533 C 0.0207 0.00463 0.01979 0.00463 0.01901 0.00394 C 0.01823 0.00324 0.01758 0.00186 0.01667 0.00116 C 0.01549 -4.07407E-6 0.01237 -0.00092 0.0112 -0.00162 C 0.01042 -0.00208 0.00964 -0.00254 0.00885 -0.00301 C 0.00443 -0.00532 0.0069 -0.00324 0.00404 -0.00578 L 0.00404 -0.00578 L -0.02435 -0.00717 L -0.02435 -0.00717 C -0.02669 -0.00763 -0.02917 -0.0074 -0.03151 -0.00856 C -0.0332 -0.00972 -0.03437 -0.01319 -0.0362 -0.01435 L -0.03854 -0.01574 C -0.04036 -0.01875 -0.04115 -0.0206 -0.04323 -0.02268 C -0.04401 -0.02338 -0.04479 -0.02384 -0.0457 -0.02407 C -0.04779 -0.0243 -0.04987 -0.02407 -0.0543 -0.02268 Z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8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23 0.05093 C 0.05144 0.05602 0.0737 0.0713 0.08894 0.08172 C 0.09271 0.08403 0.09636 0.08611 0.1 0.08866 C 0.10131 0.08959 0.10274 0.09051 0.10404 0.09144 C 0.10508 0.09236 0.10599 0.09375 0.10717 0.09445 C 0.10951 0.0956 0.11185 0.09607 0.11433 0.09722 C 0.11641 0.09792 0.11849 0.09884 0.12058 0.1 L 0.12526 0.10278 L 0.12605 0.10972 L 0.12605 0.10972 L 0.13633 0.1125 C 0.13763 0.11297 0.13894 0.11366 0.14037 0.11389 C 0.14375 0.11459 0.14714 0.11482 0.15052 0.11528 C 0.153 0.1169 0.15326 0.11667 0.15534 0.11968 C 0.15612 0.12084 0.15677 0.12292 0.15769 0.12384 C 0.1586 0.12477 0.15977 0.12477 0.16081 0.12523 C 0.1642 0.12685 0.16211 0.12662 0.16485 0.12662 L 0.16485 0.12662 C 0.16745 0.12801 0.17006 0.12963 0.17266 0.13079 C 0.18386 0.13611 0.16849 0.12732 0.18138 0.13496 C 0.18334 0.13773 0.18438 0.14005 0.18685 0.14074 C 0.19193 0.1419 0.20196 0.14352 0.20196 0.14352 C 0.2069 0.14653 0.20495 0.1463 0.20743 0.1463 L 0.20743 0.1463 C 0.20977 0.14722 0.21211 0.14815 0.21459 0.14908 C 0.21901 0.15116 0.21459 0.15023 0.22006 0.15185 C 0.22448 0.15324 0.22748 0.15347 0.2319 0.15463 C 0.23321 0.15509 0.23451 0.15533 0.23581 0.15602 C 0.23724 0.15672 0.23842 0.15857 0.23985 0.1588 C 0.24297 0.15996 0.2461 0.15996 0.24922 0.16042 C 0.25026 0.16088 0.25144 0.16111 0.25248 0.16181 C 0.25469 0.16297 0.25547 0.16389 0.25795 0.16459 C 0.26055 0.16528 0.26315 0.16551 0.26589 0.16597 C 0.27305 0.17014 0.26888 0.16875 0.27852 0.16875 L 0.27852 0.16875 C 0.28763 0.16922 0.29688 0.16922 0.30612 0.17014 C 0.30717 0.17014 0.30821 0.17107 0.30925 0.17153 C 0.31055 0.17199 0.31185 0.17246 0.31315 0.17292 C 0.31459 0.17384 0.31576 0.175 0.31719 0.1757 C 0.32097 0.17801 0.32943 0.1794 0.33138 0.17986 C 0.33347 0.18056 0.33555 0.18079 0.33763 0.18125 L 0.34323 0.18287 C 0.34831 0.18588 0.3448 0.18426 0.3543 0.18426 L 0.3543 0.18426 C 0.36055 0.1838 0.36693 0.18357 0.37318 0.18287 C 0.37435 0.18264 0.37526 0.18148 0.37644 0.18125 C 0.37982 0.18056 0.38321 0.18009 0.38659 0.17986 C 0.39766 0.17917 0.40873 0.17894 0.4198 0.17847 C 0.42058 0.17801 0.42136 0.17732 0.42214 0.17709 C 0.42448 0.17639 0.42696 0.17709 0.4293 0.1757 C 0.43047 0.175 0.43125 0.17269 0.43243 0.17153 C 0.43321 0.17084 0.43477 0.17014 0.43477 0.17014 L 0.43477 0.17014 L 0.50821 0.16042 L 0.56029 0.14213 C 0.56407 0.14074 0.56758 0.13866 0.57136 0.13797 L 0.57852 0.13634 C 0.58034 0.13611 0.58217 0.13542 0.58399 0.13496 C 0.58659 0.13449 0.58933 0.13403 0.59193 0.13357 C 0.59558 0.13195 0.59519 0.13241 0.59896 0.1294 C 0.60013 0.12847 0.60105 0.12732 0.60222 0.12662 C 0.60365 0.12547 0.60547 0.12523 0.6069 0.12384 C 0.60964 0.1213 0.61224 0.11852 0.61485 0.11528 C 0.61563 0.11435 0.61641 0.11366 0.61719 0.1125 C 0.61745 0.11227 0.61771 0.11158 0.61797 0.11111 L 0.61797 0.11111 C 0.62592 0.11065 0.63373 0.11111 0.64167 0.10972 C 0.64258 0.10972 0.6431 0.10764 0.64401 0.10695 C 0.64532 0.10602 0.64662 0.10602 0.64792 0.10556 C 0.64935 0.10301 0.65078 0.1 0.65274 0.09861 C 0.65365 0.09769 0.65482 0.09769 0.65586 0.09722 C 0.65795 0.09607 0.65938 0.09514 0.66133 0.09283 C 0.66355 0.09074 0.66576 0.08866 0.66771 0.08588 C 0.66875 0.08449 0.66967 0.08287 0.67084 0.08172 C 0.67214 0.08056 0.67344 0.07986 0.67474 0.07894 C 0.67722 0.07477 0.68151 0.06644 0.68425 0.06482 L 0.68659 0.06343 C 0.68737 0.0625 0.68815 0.06134 0.68907 0.06065 C 0.68972 0.05996 0.69076 0.06019 0.69141 0.05926 C 0.6931 0.05672 0.69401 0.05209 0.6961 0.05093 C 0.69688 0.05047 0.69766 0.04908 0.69844 0.04931 C 0.69909 0.04977 0.69896 0.05139 0.69922 0.05232 L 0.69922 0.05232 C 0.70144 0.05185 0.7073 0.05209 0.71029 0.04931 C 0.7112 0.04861 0.71185 0.04746 0.71263 0.04653 C 0.71342 0.04607 0.71433 0.04584 0.71511 0.04514 C 0.71667 0.04352 0.71823 0.04144 0.7198 0.03959 C 0.72058 0.03866 0.72123 0.03727 0.72214 0.03681 L 0.72448 0.03542 C 0.72605 0.03287 0.728 0.02847 0.73008 0.02685 C 0.73112 0.02616 0.73217 0.02593 0.73321 0.02547 C 0.73607 0.02222 0.7362 0.02246 0.73881 0.01713 C 0.73933 0.01574 0.73972 0.01412 0.74037 0.01297 C 0.74128 0.01134 0.74245 0.01019 0.74349 0.0088 C 0.7444 0.00347 0.74401 0.00324 0.7474 0.00023 C 0.74844 -0.00046 0.74961 -0.00069 0.75065 -0.00116 C 0.75196 -0.00185 0.75443 -0.00301 0.75534 -0.00532 C 0.7556 -0.00602 0.75534 -0.00717 0.75534 -0.0081 L 0.75534 -0.0081 C 0.75769 -0.00949 0.76016 -0.01065 0.76237 -0.01227 C 0.76485 -0.01412 0.76719 -0.01597 0.76953 -0.01805 C 0.77045 -0.01875 0.7711 -0.02014 0.77188 -0.02083 C 0.77344 -0.02199 0.775 -0.02268 0.7767 -0.02361 C 0.77774 -0.025 0.77865 -0.02662 0.77982 -0.02778 C 0.78086 -0.02893 0.7819 -0.02963 0.78295 -0.03055 C 0.78373 -0.03148 0.78451 -0.03241 0.78529 -0.03333 C 0.78581 -0.03472 0.7862 -0.03634 0.78685 -0.0375 C 0.78789 -0.03935 0.7892 -0.04004 0.79011 -0.0419 C 0.79063 -0.04305 0.7905 -0.04467 0.79089 -0.04606 C 0.79128 -0.04745 0.79193 -0.04884 0.79245 -0.05023 C 0.79323 -0.05301 0.79362 -0.05625 0.7948 -0.05856 C 0.79532 -0.05972 0.79636 -0.05949 0.79714 -0.05995 C 0.79935 -0.06574 0.7987 -0.0625 0.7987 -0.06991 L 0.7987 -0.06991 C 0.80039 -0.07315 0.80222 -0.07616 0.80352 -0.07963 C 0.80534 -0.08495 0.80612 -0.09143 0.80821 -0.09653 C 0.80977 -0.10023 0.81146 -0.10393 0.81302 -0.10787 C 0.81342 -0.10926 0.81732 -0.11967 0.81849 -0.12176 C 0.81914 -0.12291 0.82019 -0.12361 0.82084 -0.12453 C 0.82175 -0.12592 0.8224 -0.12754 0.82318 -0.12893 C 0.82344 -0.13032 0.82344 -0.13194 0.82396 -0.1331 C 0.82461 -0.13426 0.82565 -0.13472 0.82644 -0.13588 C 0.82696 -0.13657 0.82748 -0.13773 0.828 -0.13866 L 0.828 -0.13866 C 0.82852 -0.14282 0.82865 -0.14722 0.82956 -0.15139 C 0.82995 -0.15324 0.83138 -0.1537 0.8319 -0.15555 C 0.83269 -0.15833 0.83243 -0.16366 0.83347 -0.16666 C 0.83412 -0.16828 0.83503 -0.16944 0.83581 -0.17106 C 0.83607 -0.17291 0.8362 -0.17477 0.83659 -0.17662 C 0.83868 -0.18472 0.83802 -0.17685 0.83907 -0.18495 C 0.8405 -0.19629 0.83894 -0.19028 0.84063 -0.19629 L 0.84063 -0.19629 C 0.84115 -0.20185 0.84154 -0.20741 0.84219 -0.21296 C 0.84258 -0.21597 0.84323 -0.21875 0.84375 -0.22153 L 0.84453 -0.22569 C 0.8448 -0.22708 0.84519 -0.22847 0.84532 -0.22986 C 0.84558 -0.23171 0.84571 -0.23379 0.8461 -0.23541 C 0.84649 -0.23703 0.84714 -0.23842 0.84766 -0.23981 C 0.84792 -0.24213 0.84805 -0.24444 0.84844 -0.24676 C 0.84883 -0.24838 0.85013 -0.25092 0.85013 -0.25092 L 0.85013 -0.25092 L 0.85013 -0.30856 L 0.85013 -0.30856 C 0.84987 -0.3125 0.84987 -0.3206 0.84844 -0.32546 C 0.84805 -0.32685 0.8474 -0.32824 0.84688 -0.32963 C 0.84662 -0.33194 0.84636 -0.33426 0.8461 -0.33657 C 0.84584 -0.33981 0.84597 -0.34328 0.84532 -0.34629 C 0.84493 -0.34815 0.84362 -0.34907 0.84297 -0.35069 C 0.84128 -0.35416 0.84141 -0.35486 0.84063 -0.35903 C 0.83959 -0.37592 0.84063 -0.36852 0.83828 -0.38148 C 0.83802 -0.38287 0.83828 -0.38518 0.83737 -0.38565 L 0.83503 -0.38703 L 0.83425 -0.39282 L 0.83425 -0.39282 C 0.83373 -0.39537 0.83112 -0.40578 0.83034 -0.41088 C 0.83008 -0.41273 0.82982 -0.41481 0.82956 -0.41666 C 0.8293 -0.41805 0.8293 -0.41967 0.82878 -0.42083 C 0.82813 -0.42176 0.82722 -0.42176 0.82644 -0.42222 C 0.82487 -0.42639 0.82474 -0.42731 0.8224 -0.43055 C 0.82175 -0.43171 0.82084 -0.43241 0.82006 -0.43333 C 0.81914 -0.43819 0.81862 -0.44259 0.81615 -0.44606 C 0.81485 -0.44791 0.81328 -0.44953 0.81211 -0.45162 C 0.81094 -0.45416 0.80899 -0.46018 0.80899 -0.46018 L 0.80899 -0.46018 C 0.80795 -0.46227 0.80391 -0.47106 0.80196 -0.47407 C 0.80118 -0.47523 0.80039 -0.47592 0.79948 -0.47685 C 0.79818 -0.48449 0.79961 -0.4794 0.7948 -0.4868 C 0.79401 -0.48819 0.7931 -0.48935 0.79245 -0.49097 C 0.7918 -0.49236 0.79154 -0.49421 0.79089 -0.49514 C 0.78998 -0.49653 0.78881 -0.49699 0.78763 -0.49791 C 0.78711 -0.4993 0.78685 -0.50092 0.78607 -0.50231 C 0.78464 -0.50486 0.78334 -0.50532 0.78138 -0.50648 C 0.78112 -0.50787 0.78112 -0.50949 0.7806 -0.51065 C 0.77774 -0.51574 0.77826 -0.51134 0.77826 -0.50926 L 0.77826 -0.50926 L 0.74584 -0.55833 C 0.7444 -0.55949 0.73802 -0.56435 0.73555 -0.56666 C 0.73125 -0.57106 0.73516 -0.56852 0.73086 -0.57106 C 0.72409 -0.57893 0.73269 -0.56944 0.72618 -0.57523 C 0.72526 -0.57592 0.72461 -0.57731 0.7237 -0.57801 C 0.71953 -0.58125 0.72136 -0.57685 0.7198 -0.58217 L 0.7198 -0.58217 C 0.71719 -0.58403 0.71446 -0.58565 0.71185 -0.58773 C 0.71107 -0.58866 0.71042 -0.59004 0.70951 -0.59074 C 0.70834 -0.59143 0.7069 -0.59166 0.7056 -0.59213 C 0.69818 -0.60532 0.71003 -0.58541 0.69844 -0.59907 C 0.69545 -0.60278 0.69701 -0.60139 0.69375 -0.60324 L 0.68985 -0.61018 L 0.68985 -0.61018 C 0.68737 -0.61227 0.68503 -0.61412 0.68269 -0.61597 C 0.68099 -0.61713 0.67526 -0.61991 0.67474 -0.62014 C 0.66706 -0.625 0.67552 -0.62129 0.66927 -0.6243 C 0.6655 -0.62616 0.66289 -0.62639 0.65899 -0.62986 L 0.65586 -0.63264 C 0.65534 -0.63426 0.65495 -0.63588 0.6543 -0.63703 C 0.65365 -0.63796 0.65261 -0.63773 0.65196 -0.63842 C 0.65157 -0.63866 0.65144 -0.63935 0.65118 -0.63981 L 0.65118 -0.63981 C 0.63711 -0.65625 0.64948 -0.64398 0.64011 -0.64953 C 0.63724 -0.65139 0.63698 -0.65278 0.63451 -0.65532 C 0.63177 -0.6581 0.63164 -0.65787 0.62904 -0.65949 C 0.62748 -0.66111 0.62513 -0.66412 0.62344 -0.66504 C 0.62175 -0.66597 0.6198 -0.6662 0.61797 -0.66643 C 0.60964 -0.66782 0.61068 -0.66782 0.60612 -0.66782 L 0.60612 -0.66782 C 0.60013 -0.66875 0.59883 -0.66828 0.59427 -0.6706 C 0.59271 -0.67153 0.59115 -0.67245 0.58959 -0.67338 L 0.58711 -0.67477 L 0.58477 -0.67616 C 0.58321 -0.67916 0.5823 -0.68449 0.58008 -0.68472 C 0.56589 -0.68634 0.57214 -0.68541 0.56107 -0.6875 C 0.55977 -0.68889 0.5586 -0.69051 0.55717 -0.69166 C 0.55612 -0.69259 0.55508 -0.69259 0.55404 -0.69305 C 0.54532 -0.69653 0.54584 -0.69491 0.5319 -0.69583 C 0.52969 -0.69722 0.52891 -0.69791 0.52644 -0.69861 C 0.52618 -0.69884 0.52592 -0.69861 0.52552 -0.69861 L 0.52552 -0.69861 L 0.43711 -0.71412 C 0.43425 -0.71458 0.43138 -0.71528 0.42852 -0.71551 C 0.4237 -0.7162 0.41901 -0.7162 0.41433 -0.7169 C 0.41342 -0.71713 0.41276 -0.71828 0.41185 -0.71828 C 0.40612 -0.71921 0.40026 -0.71921 0.39453 -0.71967 C 0.39375 -0.72014 0.39297 -0.72083 0.39219 -0.72129 C 0.38529 -0.7243 0.38347 -0.72268 0.37396 -0.72268 L 0.37396 -0.72268 L 0.31719 -0.72129 C 0.31628 -0.72106 0.31563 -0.72014 0.31485 -0.71967 C 0.31328 -0.71921 0.31159 -0.71875 0.31003 -0.71828 C 0.30547 -0.71296 0.31003 -0.71782 0.303 -0.71273 C 0.30183 -0.71203 0.30092 -0.71065 0.29974 -0.70995 C 0.29883 -0.70926 0.29662 -0.70856 0.29662 -0.70856 L 0.29662 -0.70856 L 0.19167 -0.68889 C 0.18868 -0.68796 0.18581 -0.68727 0.18295 -0.68611 C 0.17526 -0.68287 0.18099 -0.68449 0.175 -0.68055 C 0.17409 -0.67986 0.17292 -0.67963 0.17188 -0.67916 C 0.17032 -0.67824 0.16875 -0.67708 0.16719 -0.67616 C 0.16615 -0.67569 0.16511 -0.67546 0.16394 -0.67477 C 0.16315 -0.67453 0.16237 -0.67384 0.16159 -0.67338 C 0.16159 -0.67338 0.15378 -0.66991 0.15222 -0.66921 L 0.14896 -0.66782 L 0.14584 -0.66643 C 0.14506 -0.66551 0.14427 -0.66435 0.14349 -0.66366 C 0.14271 -0.66296 0.14193 -0.66273 0.14115 -0.66227 C 0.13711 -0.66018 0.13672 -0.66065 0.13164 -0.65949 C 0.12592 -0.65602 0.13308 -0.66018 0.12605 -0.65671 C 0.11823 -0.65254 0.13047 -0.6581 0.12058 -0.6537 C 0.1198 -0.65278 0.11914 -0.65162 0.11823 -0.65092 C 0.11719 -0.65023 0.11615 -0.65023 0.11511 -0.64953 C 0.1142 -0.6493 0.11355 -0.64861 0.11263 -0.64815 C 0.11055 -0.64722 0.10847 -0.64653 0.10638 -0.64537 L 0.10157 -0.64259 L 0.09922 -0.6412 L 0.09922 -0.6412 C 0.0961 -0.63935 0.09284 -0.63773 0.08985 -0.63565 C 0.08815 -0.63449 0.08659 -0.63264 0.08503 -0.63125 C 0.08321 -0.62986 0.08138 -0.62847 0.07956 -0.62708 C 0.07735 -0.62569 0.07409 -0.62384 0.07162 -0.62291 C 0.07006 -0.62245 0.06849 -0.62222 0.06693 -0.62153 C 0.06602 -0.62129 0.06537 -0.62037 0.06459 -0.62014 C 0.06328 -0.61944 0.06185 -0.61921 0.06055 -0.61875 C 0.05977 -0.61736 0.05912 -0.61551 0.05821 -0.61458 C 0.05756 -0.61366 0.05664 -0.61366 0.05586 -0.61319 C 0.05495 -0.61227 0.0543 -0.61111 0.05352 -0.61018 C 0.05222 -0.60926 0.05078 -0.60856 0.04948 -0.60741 C 0.04844 -0.60671 0.0474 -0.60555 0.04636 -0.60463 C 0.04584 -0.60324 0.04558 -0.60139 0.0448 -0.60046 C 0.04388 -0.5993 0.04271 -0.59953 0.04167 -0.59907 C 0.04089 -0.59861 0.04011 -0.59815 0.03933 -0.59768 C 0.03868 -0.59629 0.03842 -0.59467 0.03763 -0.59352 C 0.0362 -0.5912 0.03451 -0.58981 0.03295 -0.58773 C 0.02891 -0.58241 0.03099 -0.58472 0.02657 -0.58078 C 0.02448 -0.57685 0.02448 -0.57639 0.02188 -0.57384 C 0.02084 -0.57268 0.01875 -0.57106 0.01875 -0.57106 L 0.01875 -0.57106 C 0.01615 -0.56921 0.01328 -0.56782 0.01081 -0.56528 C 0.01003 -0.56458 0.0099 -0.5625 0.00925 -0.56111 C 0.00834 -0.55926 0.00743 -0.55694 0.00612 -0.55555 C 0.00469 -0.55393 0.00131 -0.55278 0.00131 -0.55278 C 0.00052 -0.55185 -0.00013 -0.55046 -0.00104 -0.55 C -0.00221 -0.54907 -0.00377 -0.54953 -0.00494 -0.54861 C -0.00599 -0.54768 -0.00638 -0.54537 -0.00729 -0.54421 C -0.00872 -0.54282 -0.01211 -0.54143 -0.01211 -0.54143 C -0.01289 -0.54051 -0.01354 -0.53935 -0.01445 -0.53866 C -0.01523 -0.53796 -0.01601 -0.53796 -0.01679 -0.53727 C -0.01797 -0.53611 -0.01888 -0.53449 -0.01992 -0.5331 C -0.0207 -0.53217 -0.02148 -0.53125 -0.02226 -0.53032 C -0.02278 -0.52893 -0.02317 -0.52731 -0.02395 -0.52616 C -0.02461 -0.52477 -0.02565 -0.52453 -0.0263 -0.52338 C -0.02682 -0.52222 -0.02656 -0.52014 -0.02708 -0.51898 C -0.02838 -0.51597 -0.03177 -0.51065 -0.03177 -0.51065 C -0.0332 -0.50301 -0.03229 -0.50254 -0.0358 -0.4993 C -0.03645 -0.49884 -0.03737 -0.49838 -0.03815 -0.49791 C -0.03841 -0.49606 -0.03815 -0.49375 -0.03893 -0.49236 C -0.0401 -0.48981 -0.04231 -0.48912 -0.04362 -0.4868 C -0.04622 -0.48217 -0.04492 -0.48264 -0.04674 -0.48264 L -0.04674 -0.48264 L -0.05781 -0.46296 L -0.06263 -0.4544 C -0.06341 -0.45301 -0.06406 -0.45139 -0.06497 -0.45023 C -0.06601 -0.44884 -0.06705 -0.44745 -0.0681 -0.44606 C -0.06888 -0.44514 -0.06966 -0.44398 -0.07044 -0.44328 C -0.07929 -0.43541 -0.06445 -0.45069 -0.07604 -0.43912 C -0.07773 -0.43727 -0.07955 -0.43495 -0.08073 -0.43194 C -0.08242 -0.42801 -0.08541 -0.41944 -0.08541 -0.41944 C -0.08737 -0.40949 -0.08619 -0.41342 -0.08867 -0.40671 C -0.08893 -0.40532 -0.08919 -0.40393 -0.08945 -0.40254 C -0.08971 -0.40069 -0.09023 -0.39699 -0.09023 -0.39699 L -0.09023 -0.39699 C -0.09127 -0.38981 -0.09205 -0.38287 -0.09336 -0.37592 C -0.09362 -0.37453 -0.09401 -0.37315 -0.09414 -0.37176 C -0.09453 -0.36944 -0.09453 -0.3669 -0.09492 -0.36458 C -0.09791 -0.34653 -0.09674 -0.3581 -0.09817 -0.34491 C -0.09843 -0.34213 -0.09882 -0.33935 -0.09895 -0.33657 C -0.09908 -0.32963 -0.09895 -0.32245 -0.09895 -0.31551 L -0.09895 -0.31551 C -0.09961 -0.30949 -0.10117 -0.29699 -0.1013 -0.29028 C -0.10143 -0.27338 -0.1013 -0.25648 -0.1013 -0.23981 L -0.1013 -0.23981 C -0.1 -0.23588 -0.09882 -0.23217 -0.09726 -0.22847 C -0.09427 -0.22083 -0.09544 -0.22801 -0.09414 -0.22014 C -0.0927 -0.21134 -0.09388 -0.21713 -0.09257 -0.20602 C -0.09218 -0.20231 -0.09166 -0.19838 -0.09101 -0.19491 C -0.09049 -0.1919 -0.09075 -0.18796 -0.08945 -0.18634 L -0.08711 -0.18356 C -0.08515 -0.16991 -0.08789 -0.18657 -0.08385 -0.17245 C -0.08073 -0.16111 -0.08606 -0.17199 -0.08073 -0.1625 C -0.07877 -0.14884 -0.07994 -0.15486 -0.0776 -0.14421 C -0.07669 -0.13541 -0.07682 -0.13866 -0.07682 -0.13449 L -0.07682 -0.13449 C -0.07578 -0.13032 -0.07487 -0.12592 -0.07369 -0.12176 C -0.07109 -0.11366 -0.07174 -0.11921 -0.06966 -0.11203 C -0.06927 -0.11065 -0.06927 -0.10903 -0.06888 -0.10787 C -0.06783 -0.10393 -0.06666 -0.10254 -0.06497 -0.0993 C -0.06471 -0.09791 -0.06458 -0.09653 -0.06419 -0.09514 C -0.06315 -0.09166 -0.0625 -0.09074 -0.06106 -0.08819 L -0.06106 -0.08819 C -0.05742 -0.08078 -0.05664 -0.0794 -0.0539 -0.07268 C -0.05208 -0.06828 -0.05221 -0.06736 -0.05 -0.06296 C -0.04922 -0.06134 -0.04856 -0.05972 -0.04752 -0.05856 C -0.04049 -0.05023 -0.05026 -0.06551 -0.04283 -0.0544 C -0.03867 -0.04815 -0.04218 -0.05185 -0.03893 -0.04884 L -0.03893 -0.04884 C -0.03658 -0.04653 -0.03411 -0.04444 -0.03177 -0.0419 C -0.03086 -0.04074 -0.03033 -0.03889 -0.02942 -0.0375 C -0.02799 -0.03565 -0.02474 -0.03194 -0.02474 -0.03194 C -0.02148 -0.02338 -0.02252 -0.0243 -0.01836 -0.01944 C -0.01783 -0.01875 -0.01731 -0.01852 -0.01679 -0.01805 L -0.01679 -0.01805 C -0.01445 -0.01458 -0.01198 -0.01157 -0.00963 -0.0081 C -0.00885 -0.00694 -0.00807 -0.00555 -0.00729 -0.00393 C -0.00677 -0.00254 -0.00651 -0.00069 -0.00573 0.00023 C -0.00481 0.00139 -0.00364 0.00116 -0.0026 0.00162 C -0.00078 0.00672 -0.00078 0.00695 0.00222 0.01158 C 0.00287 0.01273 0.00365 0.01389 0.00456 0.01435 C 0.00521 0.01482 0.00612 0.01435 0.0069 0.01435 L 0.0069 0.01435 C 0.00873 0.01713 0.01042 0.02037 0.01237 0.02269 C 0.01315 0.02361 0.01407 0.02338 0.01485 0.02408 C 0.01576 0.02523 0.01641 0.02685 0.01719 0.02847 C 0.01771 0.02963 0.01797 0.03172 0.01875 0.03264 C 0.02019 0.03426 0.02344 0.03542 0.02344 0.03542 L 0.02344 0.03542 C 0.02422 0.03588 0.03125 0.03866 0.03295 0.04236 C 0.03373 0.04398 0.0336 0.04676 0.03451 0.04792 C 0.03581 0.04977 0.03933 0.05093 0.03933 0.05093 C 0.0418 0.05394 0.0349 0.0456 0.04323 0.05093 Z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20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8</cp:revision>
  <dcterms:created xsi:type="dcterms:W3CDTF">2025-10-25T20:42:51Z</dcterms:created>
  <dcterms:modified xsi:type="dcterms:W3CDTF">2025-10-25T21:52:00Z</dcterms:modified>
</cp:coreProperties>
</file>