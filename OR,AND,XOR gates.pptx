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390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89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7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17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47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5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95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9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24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4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98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3468A-9FFB-4821-8F99-1AEAD9D42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C9BC-87C5-4DD2-9084-8D48CDB8C5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6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970" y="396500"/>
            <a:ext cx="8154185" cy="10458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OR</a:t>
            </a:r>
            <a:r>
              <a:rPr lang="en-US" dirty="0" smtClean="0"/>
              <a:t> </a:t>
            </a:r>
            <a:r>
              <a:rPr lang="en-US" b="1" dirty="0" smtClean="0"/>
              <a:t>Gate</a:t>
            </a:r>
            <a:endParaRPr lang="en-GB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529769"/>
              </p:ext>
            </p:extLst>
          </p:nvPr>
        </p:nvGraphicFramePr>
        <p:xfrm>
          <a:off x="2126268" y="2347273"/>
          <a:ext cx="8127999" cy="3648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748052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763957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37481574"/>
                    </a:ext>
                  </a:extLst>
                </a:gridCol>
              </a:tblGrid>
              <a:tr h="729635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A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 B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A</a:t>
                      </a:r>
                      <a:r>
                        <a:rPr lang="en-US" sz="3600" baseline="0" dirty="0" smtClean="0"/>
                        <a:t> </a:t>
                      </a:r>
                      <a:r>
                        <a:rPr lang="en-US" sz="2400" dirty="0" smtClean="0"/>
                        <a:t>OR</a:t>
                      </a:r>
                      <a:r>
                        <a:rPr lang="en-US" sz="3600" baseline="0" dirty="0" smtClean="0"/>
                        <a:t> </a:t>
                      </a:r>
                      <a:r>
                        <a:rPr lang="en-US" sz="3600" dirty="0" smtClean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64960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</a:t>
                      </a:r>
                      <a:r>
                        <a:rPr lang="en-US" sz="2800" dirty="0" smtClean="0"/>
                        <a:t>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smtClean="0"/>
                        <a:t>      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smtClean="0"/>
                        <a:t>0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937211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12937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020387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853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096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3015" y="2667786"/>
            <a:ext cx="37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02" y="845668"/>
            <a:ext cx="4762500" cy="238125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404" y="2224843"/>
            <a:ext cx="490195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97615" y="1789428"/>
            <a:ext cx="490195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40405" y="1308661"/>
            <a:ext cx="490195" cy="480767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02" y="3611546"/>
            <a:ext cx="4762500" cy="238125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497615" y="4541735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19824" y="4079881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89683" y="5022502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63794" y="4079881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619824" y="2224843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22428" y="1308661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00219" y="9537"/>
            <a:ext cx="199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OR GATE</a:t>
            </a:r>
            <a:endParaRPr lang="en-GB" sz="3600" b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916" y="3665558"/>
            <a:ext cx="4762500" cy="23812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916" y="845668"/>
            <a:ext cx="4762500" cy="238125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615896" y="5063344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1534724" y="4585304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534724" y="1795909"/>
            <a:ext cx="539784" cy="480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1934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587" y="260350"/>
            <a:ext cx="2790825" cy="1325563"/>
          </a:xfrm>
        </p:spPr>
        <p:txBody>
          <a:bodyPr/>
          <a:lstStyle/>
          <a:p>
            <a:r>
              <a:rPr lang="en-US" b="1" dirty="0" smtClean="0"/>
              <a:t>AND GATE</a:t>
            </a:r>
            <a:endParaRPr lang="en-GB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735860"/>
              </p:ext>
            </p:extLst>
          </p:nvPr>
        </p:nvGraphicFramePr>
        <p:xfrm>
          <a:off x="2032000" y="2139885"/>
          <a:ext cx="8127999" cy="3610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767360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0138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13302016"/>
                    </a:ext>
                  </a:extLst>
                </a:gridCol>
              </a:tblGrid>
              <a:tr h="722093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 A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 B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A</a:t>
                      </a:r>
                      <a:r>
                        <a:rPr lang="en-US" dirty="0" smtClean="0"/>
                        <a:t> AND </a:t>
                      </a:r>
                      <a:r>
                        <a:rPr lang="en-US" sz="3600" dirty="0" smtClean="0"/>
                        <a:t>B</a:t>
                      </a:r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133958"/>
                  </a:ext>
                </a:extLst>
              </a:tr>
              <a:tr h="722093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                0</a:t>
                      </a:r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 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0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444932"/>
                  </a:ext>
                </a:extLst>
              </a:tr>
              <a:tr h="72209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 1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0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705445"/>
                  </a:ext>
                </a:extLst>
              </a:tr>
              <a:tr h="72209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1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 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0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36375"/>
                  </a:ext>
                </a:extLst>
              </a:tr>
              <a:tr h="72209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1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   1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              1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3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025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653" y="299137"/>
            <a:ext cx="2204694" cy="5964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AND GATE</a:t>
            </a:r>
            <a:endParaRPr lang="en-GB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36" y="895546"/>
            <a:ext cx="4762500" cy="2381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28" y="3873205"/>
            <a:ext cx="4762500" cy="2381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28" y="895546"/>
            <a:ext cx="4762500" cy="2381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36" y="4105373"/>
            <a:ext cx="4762500" cy="23812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4098" y="2330039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04102" y="1370521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447660" y="1842261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04098" y="4574946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4098" y="5521703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505801" y="4828833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649187" y="5309848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604654" y="4372172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505801" y="1870232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4655" y="2304174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04655" y="1386722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47659" y="5059790"/>
            <a:ext cx="489899" cy="4619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GB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574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3780" y="263525"/>
            <a:ext cx="2504440" cy="1504315"/>
          </a:xfrm>
        </p:spPr>
        <p:txBody>
          <a:bodyPr/>
          <a:lstStyle/>
          <a:p>
            <a:r>
              <a:rPr lang="en-US" b="1" dirty="0" smtClean="0"/>
              <a:t>XOR GATE</a:t>
            </a:r>
            <a:endParaRPr lang="en-GB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07485"/>
              </p:ext>
            </p:extLst>
          </p:nvPr>
        </p:nvGraphicFramePr>
        <p:xfrm>
          <a:off x="2032000" y="2385906"/>
          <a:ext cx="8127999" cy="363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647944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25243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1898067"/>
                    </a:ext>
                  </a:extLst>
                </a:gridCol>
              </a:tblGrid>
              <a:tr h="727795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 A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      B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     A</a:t>
                      </a:r>
                      <a:r>
                        <a:rPr lang="en-US" dirty="0" smtClean="0"/>
                        <a:t>  </a:t>
                      </a:r>
                      <a:r>
                        <a:rPr lang="en-US" sz="2000" dirty="0" smtClean="0"/>
                        <a:t>XOR</a:t>
                      </a:r>
                      <a:r>
                        <a:rPr lang="en-US" dirty="0" smtClean="0"/>
                        <a:t>  </a:t>
                      </a:r>
                      <a:r>
                        <a:rPr lang="en-US" sz="3600" dirty="0" smtClean="0"/>
                        <a:t>B</a:t>
                      </a:r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220833"/>
                  </a:ext>
                </a:extLst>
              </a:tr>
              <a:tr h="72779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      </a:t>
                      </a:r>
                      <a:r>
                        <a:rPr lang="en-US" sz="2800" dirty="0" smtClean="0"/>
                        <a:t>   0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0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38298"/>
                  </a:ext>
                </a:extLst>
              </a:tr>
              <a:tr h="72779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41014"/>
                  </a:ext>
                </a:extLst>
              </a:tr>
              <a:tr h="72779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1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985840"/>
                  </a:ext>
                </a:extLst>
              </a:tr>
              <a:tr h="72779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 1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         0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07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599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91027" y="320511"/>
            <a:ext cx="1809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XOR GATE</a:t>
            </a:r>
            <a:endParaRPr lang="en-GB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8" y="843731"/>
            <a:ext cx="4012088" cy="22205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199" y="3833599"/>
            <a:ext cx="4012088" cy="22205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199" y="937998"/>
            <a:ext cx="4012088" cy="22205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8" y="3968717"/>
            <a:ext cx="4012088" cy="222050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02297" y="1213726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02297" y="2069762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93311" y="4642778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014031" y="5131760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014031" y="4227862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293311" y="1737157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14031" y="2191939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014031" y="1308294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966843" y="1692762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966597" y="4784340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02297" y="5316922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02297" y="4376487"/>
            <a:ext cx="531144" cy="5325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9763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143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    OR Gate</vt:lpstr>
      <vt:lpstr>PowerPoint Presentation</vt:lpstr>
      <vt:lpstr>AND GATE</vt:lpstr>
      <vt:lpstr>AND GATE</vt:lpstr>
      <vt:lpstr>XOR GATE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 Gate</dc:title>
  <dc:creator>HP</dc:creator>
  <cp:lastModifiedBy>HP</cp:lastModifiedBy>
  <cp:revision>18</cp:revision>
  <dcterms:created xsi:type="dcterms:W3CDTF">2025-10-26T11:09:31Z</dcterms:created>
  <dcterms:modified xsi:type="dcterms:W3CDTF">2025-10-30T07:04:18Z</dcterms:modified>
</cp:coreProperties>
</file>